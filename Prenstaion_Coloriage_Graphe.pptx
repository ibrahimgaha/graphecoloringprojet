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2" r:id="rId1"/>
  </p:sldMasterIdLst>
  <p:notesMasterIdLst>
    <p:notesMasterId r:id="rId23"/>
  </p:notesMasterIdLst>
  <p:sldIdLst>
    <p:sldId id="256" r:id="rId2"/>
    <p:sldId id="296" r:id="rId3"/>
    <p:sldId id="259" r:id="rId4"/>
    <p:sldId id="260" r:id="rId5"/>
    <p:sldId id="262" r:id="rId6"/>
    <p:sldId id="298" r:id="rId7"/>
    <p:sldId id="297" r:id="rId8"/>
    <p:sldId id="299" r:id="rId9"/>
    <p:sldId id="264" r:id="rId10"/>
    <p:sldId id="267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270" r:id="rId19"/>
    <p:sldId id="307" r:id="rId20"/>
    <p:sldId id="272" r:id="rId21"/>
    <p:sldId id="273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635A06-A09A-465D-83BB-F3B2209DDA03}">
  <a:tblStyle styleId="{BF635A06-A09A-465D-83BB-F3B2209DDA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C93A865-7101-4292-85FC-C3BC753D43F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978f21047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978f210474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3476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922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7212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94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727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6578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367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148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1118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2473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4156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2605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1e71a4a866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1e71a4a866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" name="Google Shape;21;p2"/>
              <p:cNvCxnSpPr>
                <a:stCxn id="17" idx="5"/>
                <a:endCxn id="16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>
                <a:stCxn id="18" idx="4"/>
                <a:endCxn id="16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>
                <a:stCxn id="13" idx="6"/>
                <a:endCxn id="16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>
                <a:stCxn id="13" idx="0"/>
                <a:endCxn id="17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>
                <a:stCxn id="17" idx="7"/>
                <a:endCxn id="18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>
                <a:stCxn id="18" idx="6"/>
                <a:endCxn id="14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>
                <a:stCxn id="16" idx="7"/>
                <a:endCxn id="14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>
                <a:stCxn id="13" idx="5"/>
                <a:endCxn id="19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>
                <a:stCxn id="19" idx="7"/>
                <a:endCxn id="16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>
                <a:stCxn id="19" idx="7"/>
                <a:endCxn id="15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>
                <a:stCxn id="15" idx="0"/>
                <a:endCxn id="16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>
                <a:stCxn id="15" idx="7"/>
                <a:endCxn id="20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>
                <a:stCxn id="20" idx="1"/>
                <a:endCxn id="14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>
                <a:stCxn id="17" idx="6"/>
                <a:endCxn id="20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>
                <a:stCxn id="14" idx="4"/>
                <a:endCxn id="15" idx="0"/>
              </p:cNvCxnSpPr>
              <p:nvPr/>
            </p:nvCxnSpPr>
            <p:spPr>
              <a:xfrm rot="10800000" flipH="1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>
                <a:stCxn id="13" idx="5"/>
                <a:endCxn id="15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" name="Google Shape;37;p2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" name="Google Shape;38;p2"/>
              <p:cNvCxnSpPr>
                <a:stCxn id="20" idx="2"/>
                <a:endCxn id="37" idx="7"/>
              </p:cNvCxnSpPr>
              <p:nvPr/>
            </p:nvCxnSpPr>
            <p:spPr>
              <a:xfrm rot="10800000" flipH="1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>
                <a:stCxn id="37" idx="2"/>
                <a:endCxn id="15" idx="6"/>
              </p:cNvCxnSpPr>
              <p:nvPr/>
            </p:nvCxnSpPr>
            <p:spPr>
              <a:xfrm rot="10800000" flipH="1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>
                <a:stCxn id="37" idx="0"/>
                <a:endCxn id="14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2"/>
              <p:cNvCxnSpPr>
                <a:stCxn id="37" idx="1"/>
                <a:endCxn id="16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" name="Google Shape;42;p2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" name="Google Shape;43;p2"/>
              <p:cNvCxnSpPr>
                <a:stCxn id="15" idx="2"/>
                <a:endCxn id="42" idx="6"/>
              </p:cNvCxnSpPr>
              <p:nvPr/>
            </p:nvCxnSpPr>
            <p:spPr>
              <a:xfrm rot="10800000" flipH="1">
                <a:off x="7964519" y="3286840"/>
                <a:ext cx="818400" cy="66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2"/>
              <p:cNvCxnSpPr>
                <a:stCxn id="42" idx="1"/>
                <a:endCxn id="19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5" name="Google Shape;45;p2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46" name="Google Shape;46;p2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" name="Google Shape;54;p2"/>
              <p:cNvCxnSpPr>
                <a:stCxn id="50" idx="5"/>
                <a:endCxn id="49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2"/>
              <p:cNvCxnSpPr>
                <a:stCxn id="51" idx="4"/>
                <a:endCxn id="49" idx="0"/>
              </p:cNvCxnSpPr>
              <p:nvPr/>
            </p:nvCxnSpPr>
            <p:spPr>
              <a:xfrm rot="10800000" flipH="1">
                <a:off x="354078" y="792908"/>
                <a:ext cx="86100" cy="171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2"/>
              <p:cNvCxnSpPr>
                <a:stCxn id="46" idx="6"/>
                <a:endCxn id="50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2"/>
              <p:cNvCxnSpPr>
                <a:stCxn id="50" idx="7"/>
                <a:endCxn id="51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2"/>
              <p:cNvCxnSpPr>
                <a:stCxn id="51" idx="6"/>
                <a:endCxn id="47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2"/>
              <p:cNvCxnSpPr>
                <a:stCxn id="49" idx="7"/>
                <a:endCxn id="47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2"/>
              <p:cNvCxnSpPr>
                <a:stCxn id="46" idx="6"/>
                <a:endCxn id="52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2"/>
              <p:cNvCxnSpPr>
                <a:stCxn id="52" idx="7"/>
                <a:endCxn id="49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2"/>
              <p:cNvCxnSpPr>
                <a:stCxn id="52" idx="5"/>
                <a:endCxn id="48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2"/>
              <p:cNvCxnSpPr>
                <a:stCxn id="48" idx="0"/>
                <a:endCxn id="49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2"/>
              <p:cNvCxnSpPr>
                <a:stCxn id="48" idx="7"/>
                <a:endCxn id="53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2"/>
              <p:cNvCxnSpPr>
                <a:stCxn id="49" idx="6"/>
                <a:endCxn id="53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2"/>
              <p:cNvCxnSpPr>
                <a:stCxn id="53" idx="0"/>
                <a:endCxn id="47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2"/>
              <p:cNvCxnSpPr>
                <a:stCxn id="51" idx="5"/>
                <a:endCxn id="53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2"/>
              <p:cNvCxnSpPr>
                <a:stCxn id="50" idx="6"/>
                <a:endCxn id="53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2"/>
              <p:cNvCxnSpPr>
                <a:stCxn id="50" idx="4"/>
                <a:endCxn id="48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2"/>
              <p:cNvCxnSpPr>
                <a:stCxn id="47" idx="4"/>
                <a:endCxn id="48" idx="7"/>
              </p:cNvCxnSpPr>
              <p:nvPr/>
            </p:nvCxnSpPr>
            <p:spPr>
              <a:xfrm rot="10800000" flipH="1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2"/>
              <p:cNvCxnSpPr>
                <a:stCxn id="46" idx="6"/>
                <a:endCxn id="48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" name="Google Shape;72;p2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" name="Google Shape;73;p2"/>
              <p:cNvCxnSpPr>
                <a:stCxn id="53" idx="4"/>
                <a:endCxn id="72" idx="7"/>
              </p:cNvCxnSpPr>
              <p:nvPr/>
            </p:nvCxnSpPr>
            <p:spPr>
              <a:xfrm rot="10800000" flipH="1">
                <a:off x="-769191" y="-728710"/>
                <a:ext cx="19200" cy="126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2"/>
              <p:cNvCxnSpPr>
                <a:stCxn id="72" idx="2"/>
                <a:endCxn id="48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2"/>
              <p:cNvCxnSpPr>
                <a:stCxn id="72" idx="0"/>
                <a:endCxn id="47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2"/>
              <p:cNvCxnSpPr>
                <a:stCxn id="72" idx="1"/>
                <a:endCxn id="49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" name="Google Shape;77;p2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" name="Google Shape;78;p2"/>
              <p:cNvCxnSpPr>
                <a:stCxn id="72" idx="2"/>
                <a:endCxn id="77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2"/>
              <p:cNvCxnSpPr>
                <a:stCxn id="77" idx="1"/>
                <a:endCxn id="52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>
            <a:spLocks noGrp="1"/>
          </p:cNvSpPr>
          <p:nvPr>
            <p:ph type="subTitle" idx="1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6" name="Google Shape;86;p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3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3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" name="Google Shape;96;p3"/>
              <p:cNvCxnSpPr>
                <a:stCxn id="86" idx="6"/>
                <a:endCxn id="9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" name="Google Shape;97;p3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>
                <a:stCxn id="91" idx="6"/>
                <a:endCxn id="8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>
                <a:stCxn id="86" idx="6"/>
                <a:endCxn id="9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>
                <a:stCxn id="92" idx="6"/>
                <a:endCxn id="8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3"/>
              <p:cNvCxnSpPr>
                <a:stCxn id="92" idx="6"/>
                <a:endCxn id="8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3"/>
              <p:cNvCxnSpPr>
                <a:stCxn id="88" idx="7"/>
                <a:endCxn id="9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>
                <a:stCxn id="89" idx="6"/>
                <a:endCxn id="9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>
                <a:stCxn id="93" idx="0"/>
                <a:endCxn id="8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>
                <a:stCxn id="91" idx="5"/>
                <a:endCxn id="9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3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3"/>
              <p:cNvCxnSpPr>
                <a:stCxn id="90" idx="4"/>
                <a:endCxn id="8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" name="Google Shape;109;p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" name="Google Shape;110;p3"/>
              <p:cNvCxnSpPr>
                <a:stCxn id="93" idx="4"/>
                <a:endCxn id="10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3"/>
              <p:cNvCxnSpPr>
                <a:stCxn id="109" idx="1"/>
                <a:endCxn id="8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3"/>
              <p:cNvCxnSpPr>
                <a:stCxn id="109" idx="1"/>
                <a:endCxn id="8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" name="Google Shape;114;p3"/>
              <p:cNvCxnSpPr>
                <a:stCxn id="91" idx="0"/>
                <a:endCxn id="11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3"/>
              <p:cNvCxnSpPr>
                <a:stCxn id="87" idx="0"/>
                <a:endCxn id="11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6" name="Google Shape;116;p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" name="Google Shape;117;p3"/>
              <p:cNvSpPr/>
              <p:nvPr/>
            </p:nvSpPr>
            <p:spPr>
              <a:xfrm rot="10800000" flipH="1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rot="10800000" flipH="1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rot="10800000" flipH="1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rot="10800000" flipH="1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rot="10800000" flipH="1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rot="10800000" flipH="1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 rot="10800000" flipH="1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 rot="10800000" flipH="1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" name="Google Shape;125;p3"/>
              <p:cNvCxnSpPr>
                <a:stCxn id="121" idx="5"/>
                <a:endCxn id="120" idx="1"/>
              </p:cNvCxnSpPr>
              <p:nvPr/>
            </p:nvCxnSpPr>
            <p:spPr>
              <a:xfrm rot="10800000" flipH="1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3"/>
              <p:cNvCxnSpPr>
                <a:stCxn id="122" idx="4"/>
                <a:endCxn id="12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3"/>
              <p:cNvCxnSpPr>
                <a:stCxn id="117" idx="6"/>
                <a:endCxn id="12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3"/>
              <p:cNvCxnSpPr>
                <a:stCxn id="117" idx="0"/>
                <a:endCxn id="12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3"/>
              <p:cNvCxnSpPr>
                <a:stCxn id="121" idx="7"/>
                <a:endCxn id="12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3"/>
              <p:cNvCxnSpPr>
                <a:stCxn id="122" idx="6"/>
                <a:endCxn id="118" idx="2"/>
              </p:cNvCxnSpPr>
              <p:nvPr/>
            </p:nvCxnSpPr>
            <p:spPr>
              <a:xfrm rot="10800000" flipH="1">
                <a:off x="8977929" y="6021808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3"/>
              <p:cNvCxnSpPr>
                <a:stCxn id="120" idx="7"/>
                <a:endCxn id="11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3"/>
              <p:cNvCxnSpPr>
                <a:stCxn id="117" idx="5"/>
                <a:endCxn id="123" idx="1"/>
              </p:cNvCxnSpPr>
              <p:nvPr/>
            </p:nvCxnSpPr>
            <p:spPr>
              <a:xfrm rot="10800000" flipH="1">
                <a:off x="7154690" y="4207177"/>
                <a:ext cx="823500" cy="63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3"/>
              <p:cNvCxnSpPr>
                <a:stCxn id="123" idx="7"/>
                <a:endCxn id="12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3"/>
              <p:cNvCxnSpPr>
                <a:stCxn id="123" idx="7"/>
                <a:endCxn id="119" idx="1"/>
              </p:cNvCxnSpPr>
              <p:nvPr/>
            </p:nvCxnSpPr>
            <p:spPr>
              <a:xfrm rot="10800000" flipH="1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3"/>
              <p:cNvCxnSpPr>
                <a:stCxn id="119" idx="0"/>
                <a:endCxn id="12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3"/>
              <p:cNvCxnSpPr>
                <a:stCxn id="124" idx="1"/>
                <a:endCxn id="11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3"/>
              <p:cNvCxnSpPr>
                <a:stCxn id="121" idx="6"/>
                <a:endCxn id="124" idx="1"/>
              </p:cNvCxnSpPr>
              <p:nvPr/>
            </p:nvCxnSpPr>
            <p:spPr>
              <a:xfrm rot="10800000" flipH="1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3"/>
              <p:cNvCxnSpPr>
                <a:stCxn id="118" idx="4"/>
                <a:endCxn id="11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9" name="Google Shape;139;p3"/>
              <p:cNvSpPr/>
              <p:nvPr/>
            </p:nvSpPr>
            <p:spPr>
              <a:xfrm rot="10800000" flipH="1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" name="Google Shape;140;p3"/>
              <p:cNvCxnSpPr>
                <a:stCxn id="124" idx="2"/>
                <a:endCxn id="13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434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3"/>
              <p:cNvCxnSpPr>
                <a:stCxn id="139" idx="2"/>
                <a:endCxn id="11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3"/>
              <p:cNvCxnSpPr>
                <a:stCxn id="139" idx="0"/>
                <a:endCxn id="11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3"/>
              <p:cNvCxnSpPr>
                <a:stCxn id="139" idx="1"/>
                <a:endCxn id="12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" name="Google Shape;144;p3"/>
              <p:cNvSpPr/>
              <p:nvPr/>
            </p:nvSpPr>
            <p:spPr>
              <a:xfrm rot="10800000" flipH="1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5" name="Google Shape;145;p3"/>
              <p:cNvCxnSpPr>
                <a:stCxn id="119" idx="3"/>
                <a:endCxn id="14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3"/>
              <p:cNvCxnSpPr>
                <a:stCxn id="144" idx="0"/>
                <a:endCxn id="12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3"/>
              <p:cNvSpPr/>
              <p:nvPr/>
            </p:nvSpPr>
            <p:spPr>
              <a:xfrm rot="10800000" flipH="1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" name="Google Shape;148;p3"/>
              <p:cNvCxnSpPr>
                <a:stCxn id="117" idx="6"/>
                <a:endCxn id="147" idx="2"/>
              </p:cNvCxnSpPr>
              <p:nvPr/>
            </p:nvCxnSpPr>
            <p:spPr>
              <a:xfrm rot="10800000" flipH="1">
                <a:off x="7183159" y="4777208"/>
                <a:ext cx="790800" cy="13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3"/>
              <p:cNvCxnSpPr>
                <a:stCxn id="123" idx="0"/>
                <a:endCxn id="14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3"/>
              <p:cNvCxnSpPr>
                <a:stCxn id="147" idx="6"/>
                <a:endCxn id="12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1" name="Google Shape;151;p3"/>
              <p:cNvSpPr/>
              <p:nvPr/>
            </p:nvSpPr>
            <p:spPr>
              <a:xfrm rot="10800000" flipH="1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2" name="Google Shape;152;p3"/>
              <p:cNvCxnSpPr>
                <a:stCxn id="144" idx="5"/>
                <a:endCxn id="151" idx="1"/>
              </p:cNvCxnSpPr>
              <p:nvPr/>
            </p:nvCxnSpPr>
            <p:spPr>
              <a:xfrm rot="10800000" flipH="1">
                <a:off x="8426122" y="2474926"/>
                <a:ext cx="384900" cy="34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3"/>
              <p:cNvCxnSpPr>
                <a:stCxn id="151" idx="7"/>
                <a:endCxn id="11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" name="Google Shape;154;p3"/>
              <p:cNvSpPr/>
              <p:nvPr/>
            </p:nvSpPr>
            <p:spPr>
              <a:xfrm rot="10800000" flipH="1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" name="Google Shape;155;p3"/>
              <p:cNvCxnSpPr>
                <a:stCxn id="144" idx="0"/>
                <a:endCxn id="15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3"/>
              <p:cNvCxnSpPr>
                <a:stCxn id="154" idx="1"/>
                <a:endCxn id="12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3"/>
              <p:cNvCxnSpPr>
                <a:stCxn id="154" idx="6"/>
                <a:endCxn id="11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"/>
          <p:cNvSpPr txBox="1">
            <a:spLocks noGrp="1"/>
          </p:cNvSpPr>
          <p:nvPr>
            <p:ph type="subTitle" idx="1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"/>
          <p:cNvSpPr txBox="1">
            <a:spLocks noGrp="1"/>
          </p:cNvSpPr>
          <p:nvPr>
            <p:ph type="subTitle" idx="2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"/>
          <p:cNvSpPr txBox="1">
            <a:spLocks noGrp="1"/>
          </p:cNvSpPr>
          <p:nvPr>
            <p:ph type="subTitle" idx="3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5" name="Google Shape;235;p5"/>
          <p:cNvSpPr txBox="1">
            <a:spLocks noGrp="1"/>
          </p:cNvSpPr>
          <p:nvPr>
            <p:ph type="subTitle" idx="4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36" name="Google Shape;236;p5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237" name="Google Shape;237;p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238" name="Google Shape;238;p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6" name="Google Shape;246;p5"/>
              <p:cNvCxnSpPr>
                <a:stCxn id="242" idx="5"/>
                <a:endCxn id="24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5"/>
              <p:cNvCxnSpPr>
                <a:stCxn id="243" idx="4"/>
                <a:endCxn id="24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8" name="Google Shape;248;p5"/>
              <p:cNvCxnSpPr>
                <a:stCxn id="238" idx="6"/>
                <a:endCxn id="242" idx="3"/>
              </p:cNvCxnSpPr>
              <p:nvPr/>
            </p:nvCxnSpPr>
            <p:spPr>
              <a:xfrm rot="10800000" flipH="1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9" name="Google Shape;249;p5"/>
              <p:cNvCxnSpPr>
                <a:stCxn id="242" idx="7"/>
                <a:endCxn id="24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250;p5"/>
              <p:cNvCxnSpPr>
                <a:stCxn id="243" idx="6"/>
                <a:endCxn id="23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251;p5"/>
              <p:cNvCxnSpPr>
                <a:stCxn id="241" idx="7"/>
                <a:endCxn id="239" idx="3"/>
              </p:cNvCxnSpPr>
              <p:nvPr/>
            </p:nvCxnSpPr>
            <p:spPr>
              <a:xfrm rot="10800000" flipH="1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5"/>
              <p:cNvCxnSpPr>
                <a:stCxn id="238" idx="6"/>
                <a:endCxn id="244" idx="1"/>
              </p:cNvCxnSpPr>
              <p:nvPr/>
            </p:nvCxnSpPr>
            <p:spPr>
              <a:xfrm rot="10800000" flipH="1">
                <a:off x="4805134" y="-52469"/>
                <a:ext cx="1464300" cy="28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3" name="Google Shape;253;p5"/>
              <p:cNvCxnSpPr>
                <a:stCxn id="244" idx="6"/>
                <a:endCxn id="241" idx="2"/>
              </p:cNvCxnSpPr>
              <p:nvPr/>
            </p:nvCxnSpPr>
            <p:spPr>
              <a:xfrm rot="10800000" flipH="1">
                <a:off x="6387451" y="-698855"/>
                <a:ext cx="623400" cy="62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" name="Google Shape;254;p5"/>
              <p:cNvCxnSpPr>
                <a:stCxn id="244" idx="5"/>
                <a:endCxn id="240" idx="1"/>
              </p:cNvCxnSpPr>
              <p:nvPr/>
            </p:nvCxnSpPr>
            <p:spPr>
              <a:xfrm rot="10800000" flipH="1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" name="Google Shape;255;p5"/>
              <p:cNvCxnSpPr>
                <a:stCxn id="240" idx="0"/>
                <a:endCxn id="24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5"/>
              <p:cNvCxnSpPr>
                <a:stCxn id="240" idx="7"/>
                <a:endCxn id="245" idx="3"/>
              </p:cNvCxnSpPr>
              <p:nvPr/>
            </p:nvCxnSpPr>
            <p:spPr>
              <a:xfrm rot="10800000" flipH="1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5"/>
              <p:cNvCxnSpPr>
                <a:stCxn id="241" idx="6"/>
                <a:endCxn id="245" idx="2"/>
              </p:cNvCxnSpPr>
              <p:nvPr/>
            </p:nvCxnSpPr>
            <p:spPr>
              <a:xfrm rot="10800000" flipH="1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5"/>
              <p:cNvCxnSpPr>
                <a:stCxn id="245" idx="0"/>
                <a:endCxn id="23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5"/>
              <p:cNvCxnSpPr>
                <a:stCxn id="243" idx="5"/>
                <a:endCxn id="24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5"/>
              <p:cNvCxnSpPr>
                <a:stCxn id="242" idx="6"/>
                <a:endCxn id="245" idx="1"/>
              </p:cNvCxnSpPr>
              <p:nvPr/>
            </p:nvCxnSpPr>
            <p:spPr>
              <a:xfrm rot="10800000" flipH="1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5"/>
              <p:cNvCxnSpPr>
                <a:stCxn id="242" idx="4"/>
                <a:endCxn id="24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5"/>
              <p:cNvCxnSpPr>
                <a:stCxn id="239" idx="4"/>
                <a:endCxn id="24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3" name="Google Shape;263;p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4" name="Google Shape;264;p5"/>
              <p:cNvCxnSpPr>
                <a:stCxn id="245" idx="4"/>
                <a:endCxn id="26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" name="Google Shape;265;p5"/>
              <p:cNvCxnSpPr>
                <a:stCxn id="263" idx="1"/>
                <a:endCxn id="24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5"/>
              <p:cNvCxnSpPr>
                <a:stCxn id="263" idx="0"/>
                <a:endCxn id="23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5"/>
              <p:cNvCxnSpPr>
                <a:stCxn id="263" idx="1"/>
                <a:endCxn id="24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8" name="Google Shape;268;p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9" name="Google Shape;269;p5"/>
              <p:cNvCxnSpPr>
                <a:stCxn id="263" idx="2"/>
                <a:endCxn id="26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5"/>
              <p:cNvCxnSpPr>
                <a:stCxn id="268" idx="1"/>
                <a:endCxn id="24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5"/>
              <p:cNvCxnSpPr>
                <a:stCxn id="268" idx="7"/>
                <a:endCxn id="240" idx="3"/>
              </p:cNvCxnSpPr>
              <p:nvPr/>
            </p:nvCxnSpPr>
            <p:spPr>
              <a:xfrm rot="10800000" flipH="1">
                <a:off x="7800600" y="65689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2" name="Google Shape;272;p5"/>
            <p:cNvGrpSpPr/>
            <p:nvPr/>
          </p:nvGrpSpPr>
          <p:grpSpPr>
            <a:xfrm rot="10800000" flipH="1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273" name="Google Shape;273;p5"/>
              <p:cNvCxnSpPr>
                <a:stCxn id="274" idx="6"/>
                <a:endCxn id="275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5" name="Google Shape;275;p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0" name="Google Shape;280;p5"/>
              <p:cNvCxnSpPr>
                <a:stCxn id="279" idx="4"/>
                <a:endCxn id="27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1" name="Google Shape;281;p5"/>
              <p:cNvCxnSpPr>
                <a:stCxn id="278" idx="4"/>
                <a:endCxn id="27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5"/>
              <p:cNvCxnSpPr>
                <a:stCxn id="278" idx="5"/>
                <a:endCxn id="27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5"/>
              <p:cNvCxnSpPr>
                <a:stCxn id="278" idx="0"/>
                <a:endCxn id="27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" name="Google Shape;284;p5"/>
              <p:cNvCxnSpPr>
                <a:stCxn id="278" idx="7"/>
                <a:endCxn id="274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" name="Google Shape;285;p5"/>
              <p:cNvCxnSpPr>
                <a:stCxn id="276" idx="5"/>
                <a:endCxn id="27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5"/>
              <p:cNvCxnSpPr>
                <a:stCxn id="276" idx="6"/>
                <a:endCxn id="27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5"/>
              <p:cNvCxnSpPr>
                <a:stCxn id="288" idx="1"/>
                <a:endCxn id="27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5"/>
              <p:cNvCxnSpPr>
                <a:stCxn id="279" idx="0"/>
                <a:endCxn id="27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5"/>
              <p:cNvCxnSpPr>
                <a:stCxn id="279" idx="0"/>
                <a:endCxn id="288" idx="3"/>
              </p:cNvCxnSpPr>
              <p:nvPr/>
            </p:nvCxnSpPr>
            <p:spPr>
              <a:xfrm rot="10800000" flipH="1">
                <a:off x="461387" y="268177"/>
                <a:ext cx="3351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1" name="Google Shape;291;p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2" name="Google Shape;292;p5"/>
              <p:cNvCxnSpPr>
                <a:stCxn id="276" idx="5"/>
                <a:endCxn id="29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5"/>
              <p:cNvCxnSpPr>
                <a:stCxn id="288" idx="7"/>
                <a:endCxn id="291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5"/>
              <p:cNvCxnSpPr>
                <a:stCxn id="291" idx="6"/>
                <a:endCxn id="275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5" name="Google Shape;295;p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6" name="Google Shape;296;p5"/>
              <p:cNvCxnSpPr>
                <a:stCxn id="295" idx="0"/>
                <a:endCxn id="276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" name="Google Shape;297;p5"/>
              <p:cNvCxnSpPr>
                <a:stCxn id="295" idx="6"/>
                <a:endCxn id="274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" name="Google Shape;298;p5"/>
              <p:cNvCxnSpPr>
                <a:stCxn id="295" idx="5"/>
                <a:endCxn id="27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" name="Google Shape;299;p5"/>
              <p:cNvCxnSpPr>
                <a:stCxn id="295" idx="5"/>
                <a:endCxn id="27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8" name="Google Shape;288;p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00" name="Google Shape;300;p5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01" name="Google Shape;301;p5"/>
            <p:cNvGrpSpPr/>
            <p:nvPr/>
          </p:nvGrpSpPr>
          <p:grpSpPr>
            <a:xfrm rot="10800000" flipH="1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02" name="Google Shape;302;p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6" name="Google Shape;306;p5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07" name="Google Shape;307;p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12" name="Google Shape;312;p6"/>
          <p:cNvCxnSpPr>
            <a:stCxn id="313" idx="6"/>
            <a:endCxn id="314" idx="2"/>
          </p:cNvCxnSpPr>
          <p:nvPr/>
        </p:nvCxnSpPr>
        <p:spPr>
          <a:xfrm rot="10800000" flipH="1">
            <a:off x="193201" y="280868"/>
            <a:ext cx="388800" cy="11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5" name="Google Shape;315;p6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316" name="Google Shape;316;p6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317" name="Google Shape;317;p6"/>
              <p:cNvCxnSpPr>
                <a:stCxn id="314" idx="7"/>
                <a:endCxn id="318" idx="2"/>
              </p:cNvCxnSpPr>
              <p:nvPr/>
            </p:nvCxnSpPr>
            <p:spPr>
              <a:xfrm rot="10800000" flipH="1">
                <a:off x="936740" y="3228"/>
                <a:ext cx="518100" cy="24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8" name="Google Shape;318;p6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" name="Google Shape;322;p6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3" name="Google Shape;323;p6"/>
              <p:cNvCxnSpPr>
                <a:stCxn id="322" idx="4"/>
                <a:endCxn id="320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6"/>
              <p:cNvCxnSpPr>
                <a:stCxn id="321" idx="4"/>
                <a:endCxn id="320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6"/>
              <p:cNvCxnSpPr>
                <a:stCxn id="321" idx="5"/>
                <a:endCxn id="322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6"/>
              <p:cNvCxnSpPr>
                <a:stCxn id="321" idx="0"/>
                <a:endCxn id="319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6"/>
              <p:cNvCxnSpPr>
                <a:stCxn id="321" idx="0"/>
                <a:endCxn id="313" idx="3"/>
              </p:cNvCxnSpPr>
              <p:nvPr/>
            </p:nvCxnSpPr>
            <p:spPr>
              <a:xfrm rot="10800000" flipH="1">
                <a:off x="138575" y="443626"/>
                <a:ext cx="209100" cy="4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" name="Google Shape;328;p6"/>
              <p:cNvCxnSpPr>
                <a:stCxn id="319" idx="5"/>
                <a:endCxn id="313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" name="Google Shape;329;p6"/>
              <p:cNvCxnSpPr>
                <a:stCxn id="319" idx="6"/>
                <a:endCxn id="318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6"/>
              <p:cNvCxnSpPr>
                <a:stCxn id="314" idx="1"/>
                <a:endCxn id="319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6"/>
              <p:cNvCxnSpPr>
                <a:stCxn id="322" idx="0"/>
                <a:endCxn id="313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6"/>
              <p:cNvCxnSpPr>
                <a:stCxn id="322" idx="0"/>
                <a:endCxn id="314" idx="3"/>
              </p:cNvCxnSpPr>
              <p:nvPr/>
            </p:nvCxnSpPr>
            <p:spPr>
              <a:xfrm rot="10800000" flipH="1">
                <a:off x="411626" y="348287"/>
                <a:ext cx="420600" cy="70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3" name="Google Shape;313;p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3" name="Google Shape;333;p6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334" name="Google Shape;334;p6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1" name="Google Shape;341;p6"/>
              <p:cNvCxnSpPr>
                <a:stCxn id="340" idx="7"/>
                <a:endCxn id="335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6"/>
              <p:cNvCxnSpPr>
                <a:stCxn id="335" idx="0"/>
                <a:endCxn id="339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" name="Google Shape;343;p6"/>
              <p:cNvCxnSpPr>
                <a:stCxn id="340" idx="0"/>
                <a:endCxn id="339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4" name="Google Shape;344;p6"/>
              <p:cNvCxnSpPr>
                <a:stCxn id="336" idx="4"/>
                <a:endCxn id="339" idx="0"/>
              </p:cNvCxnSpPr>
              <p:nvPr/>
            </p:nvCxnSpPr>
            <p:spPr>
              <a:xfrm rot="10800000" flipH="1">
                <a:off x="8830026" y="4351769"/>
                <a:ext cx="49500" cy="49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5" name="Google Shape;345;p6"/>
              <p:cNvCxnSpPr>
                <a:stCxn id="338" idx="2"/>
                <a:endCxn id="336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6"/>
              <p:cNvCxnSpPr>
                <a:stCxn id="337" idx="2"/>
                <a:endCxn id="336" idx="6"/>
              </p:cNvCxnSpPr>
              <p:nvPr/>
            </p:nvCxnSpPr>
            <p:spPr>
              <a:xfrm rot="10800000" flipH="1">
                <a:off x="7833175" y="4929600"/>
                <a:ext cx="918000" cy="338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6"/>
              <p:cNvCxnSpPr>
                <a:stCxn id="334" idx="1"/>
                <a:endCxn id="337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6"/>
              <p:cNvCxnSpPr>
                <a:stCxn id="334" idx="2"/>
                <a:endCxn id="338" idx="6"/>
              </p:cNvCxnSpPr>
              <p:nvPr/>
            </p:nvCxnSpPr>
            <p:spPr>
              <a:xfrm rot="10800000" flipH="1">
                <a:off x="7418926" y="4722269"/>
                <a:ext cx="817500" cy="13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6"/>
              <p:cNvCxnSpPr>
                <a:stCxn id="337" idx="3"/>
                <a:endCxn id="338" idx="7"/>
              </p:cNvCxnSpPr>
              <p:nvPr/>
            </p:nvCxnSpPr>
            <p:spPr>
              <a:xfrm rot="10800000" flipH="1">
                <a:off x="7820478" y="4770847"/>
                <a:ext cx="435900" cy="4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6"/>
              <p:cNvCxnSpPr>
                <a:stCxn id="338" idx="3"/>
                <a:endCxn id="335" idx="7"/>
              </p:cNvCxnSpPr>
              <p:nvPr/>
            </p:nvCxnSpPr>
            <p:spPr>
              <a:xfrm rot="10800000" flipH="1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1" name="Google Shape;351;p6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2" name="Google Shape;352;p6"/>
              <p:cNvCxnSpPr>
                <a:endCxn id="351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6"/>
              <p:cNvCxnSpPr>
                <a:stCxn id="339" idx="3"/>
                <a:endCxn id="351" idx="7"/>
              </p:cNvCxnSpPr>
              <p:nvPr/>
            </p:nvCxnSpPr>
            <p:spPr>
              <a:xfrm rot="10800000" flipH="1">
                <a:off x="8925402" y="3603217"/>
                <a:ext cx="309300" cy="6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4" name="Google Shape;354;p6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5" name="Google Shape;355;p6"/>
              <p:cNvCxnSpPr>
                <a:stCxn id="339" idx="1"/>
                <a:endCxn id="354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6"/>
              <p:cNvCxnSpPr>
                <a:stCxn id="351" idx="0"/>
                <a:endCxn id="354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6"/>
              <p:cNvCxnSpPr>
                <a:stCxn id="336" idx="2"/>
                <a:endCxn id="354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6"/>
              <p:cNvCxnSpPr>
                <a:stCxn id="337" idx="2"/>
                <a:endCxn id="354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6"/>
              <p:cNvCxnSpPr>
                <a:stCxn id="334" idx="2"/>
                <a:endCxn id="336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6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361" name="Google Shape;361;p6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362" name="Google Shape;362;p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3" name="Google Shape;363;p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367" name="Google Shape;367;p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"/>
          <p:cNvSpPr txBox="1">
            <a:spLocks noGrp="1"/>
          </p:cNvSpPr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7"/>
          <p:cNvSpPr txBox="1">
            <a:spLocks noGrp="1"/>
          </p:cNvSpPr>
          <p:nvPr>
            <p:ph type="subTitle" idx="1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7"/>
          <p:cNvSpPr>
            <a:spLocks noGrp="1"/>
          </p:cNvSpPr>
          <p:nvPr>
            <p:ph type="pic" idx="2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374" name="Google Shape;374;p7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375" name="Google Shape;375;p7"/>
            <p:cNvCxnSpPr>
              <a:stCxn id="376" idx="7"/>
              <a:endCxn id="377" idx="2"/>
            </p:cNvCxnSpPr>
            <p:nvPr/>
          </p:nvCxnSpPr>
          <p:spPr>
            <a:xfrm rot="10800000" flipH="1">
              <a:off x="332904" y="155655"/>
              <a:ext cx="893400" cy="22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7" name="Google Shape;377;p7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83" name="Google Shape;383;p7"/>
            <p:cNvCxnSpPr>
              <a:stCxn id="382" idx="4"/>
              <a:endCxn id="379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" name="Google Shape;384;p7"/>
            <p:cNvCxnSpPr>
              <a:stCxn id="381" idx="4"/>
              <a:endCxn id="379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7"/>
            <p:cNvCxnSpPr>
              <a:stCxn id="381" idx="5"/>
              <a:endCxn id="382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6" name="Google Shape;386;p7"/>
            <p:cNvCxnSpPr>
              <a:stCxn id="381" idx="0"/>
              <a:endCxn id="378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7" name="Google Shape;387;p7"/>
            <p:cNvCxnSpPr>
              <a:stCxn id="381" idx="7"/>
              <a:endCxn id="376" idx="3"/>
            </p:cNvCxnSpPr>
            <p:nvPr/>
          </p:nvCxnSpPr>
          <p:spPr>
            <a:xfrm rot="10800000" flipH="1">
              <a:off x="123629" y="443734"/>
              <a:ext cx="147900" cy="45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8" name="Google Shape;388;p7"/>
            <p:cNvCxnSpPr>
              <a:stCxn id="378" idx="5"/>
              <a:endCxn id="376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9" name="Google Shape;389;p7"/>
            <p:cNvCxnSpPr>
              <a:stCxn id="378" idx="6"/>
              <a:endCxn id="377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0" name="Google Shape;390;p7"/>
            <p:cNvCxnSpPr>
              <a:stCxn id="380" idx="2"/>
              <a:endCxn id="378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1" name="Google Shape;391;p7"/>
            <p:cNvCxnSpPr>
              <a:stCxn id="382" idx="0"/>
              <a:endCxn id="376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2" name="Google Shape;392;p7"/>
            <p:cNvCxnSpPr>
              <a:stCxn id="382" idx="0"/>
              <a:endCxn id="380" idx="3"/>
            </p:cNvCxnSpPr>
            <p:nvPr/>
          </p:nvCxnSpPr>
          <p:spPr>
            <a:xfrm rot="10800000" flipH="1">
              <a:off x="366025" y="296069"/>
              <a:ext cx="3810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6" name="Google Shape;376;p7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3" name="Google Shape;393;p7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394" name="Google Shape;394;p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5" name="Google Shape;395;p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6" name="Google Shape;396;p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7" name="Google Shape;397;p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/>
          <p:cNvSpPr txBox="1">
            <a:spLocks noGrp="1"/>
          </p:cNvSpPr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00" name="Google Shape;400;p8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402" name="Google Shape;402;p8"/>
              <p:cNvSpPr/>
              <p:nvPr/>
            </p:nvSpPr>
            <p:spPr>
              <a:xfrm rot="10800000" flipH="1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 rot="10800000" flipH="1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 rot="10800000" flipH="1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 rot="10800000" flipH="1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 rot="10800000" flipH="1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 rot="10800000" flipH="1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 rot="10800000" flipH="1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 rot="10800000" flipH="1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0" name="Google Shape;410;p8"/>
              <p:cNvCxnSpPr>
                <a:stCxn id="406" idx="5"/>
                <a:endCxn id="405" idx="1"/>
              </p:cNvCxnSpPr>
              <p:nvPr/>
            </p:nvCxnSpPr>
            <p:spPr>
              <a:xfrm rot="10800000" flipH="1">
                <a:off x="68289" y="5684974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1" name="Google Shape;411;p8"/>
              <p:cNvCxnSpPr>
                <a:stCxn id="407" idx="4"/>
                <a:endCxn id="405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2" name="Google Shape;412;p8"/>
              <p:cNvCxnSpPr>
                <a:stCxn id="402" idx="6"/>
                <a:endCxn id="405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3" name="Google Shape;413;p8"/>
              <p:cNvCxnSpPr>
                <a:stCxn id="402" idx="0"/>
                <a:endCxn id="406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4" name="Google Shape;414;p8"/>
              <p:cNvCxnSpPr>
                <a:stCxn id="406" idx="7"/>
                <a:endCxn id="407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5" name="Google Shape;415;p8"/>
              <p:cNvCxnSpPr>
                <a:stCxn id="407" idx="6"/>
                <a:endCxn id="403" idx="2"/>
              </p:cNvCxnSpPr>
              <p:nvPr/>
            </p:nvCxnSpPr>
            <p:spPr>
              <a:xfrm rot="10800000" flipH="1">
                <a:off x="1267079" y="6558020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6" name="Google Shape;416;p8"/>
              <p:cNvCxnSpPr>
                <a:stCxn id="405" idx="7"/>
                <a:endCxn id="403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7" name="Google Shape;417;p8"/>
              <p:cNvCxnSpPr>
                <a:stCxn id="402" idx="5"/>
                <a:endCxn id="408" idx="1"/>
              </p:cNvCxnSpPr>
              <p:nvPr/>
            </p:nvCxnSpPr>
            <p:spPr>
              <a:xfrm rot="10800000" flipH="1">
                <a:off x="-270410" y="4743265"/>
                <a:ext cx="537600" cy="8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8" name="Google Shape;418;p8"/>
              <p:cNvCxnSpPr>
                <a:stCxn id="408" idx="7"/>
                <a:endCxn id="405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9" name="Google Shape;419;p8"/>
              <p:cNvCxnSpPr>
                <a:stCxn id="408" idx="6"/>
                <a:endCxn id="404" idx="2"/>
              </p:cNvCxnSpPr>
              <p:nvPr/>
            </p:nvCxnSpPr>
            <p:spPr>
              <a:xfrm rot="10800000" flipH="1">
                <a:off x="378648" y="4180552"/>
                <a:ext cx="952500" cy="51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8"/>
              <p:cNvCxnSpPr>
                <a:stCxn id="404" idx="1"/>
                <a:endCxn id="405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8"/>
              <p:cNvCxnSpPr>
                <a:stCxn id="409" idx="1"/>
                <a:endCxn id="403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8"/>
              <p:cNvCxnSpPr>
                <a:stCxn id="406" idx="6"/>
                <a:endCxn id="409" idx="1"/>
              </p:cNvCxnSpPr>
              <p:nvPr/>
            </p:nvCxnSpPr>
            <p:spPr>
              <a:xfrm rot="10800000" flipH="1">
                <a:off x="82392" y="4994221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8"/>
              <p:cNvCxnSpPr>
                <a:stCxn id="403" idx="4"/>
                <a:endCxn id="404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4" name="Google Shape;424;p8"/>
              <p:cNvCxnSpPr>
                <a:stCxn id="402" idx="5"/>
                <a:endCxn id="404" idx="1"/>
              </p:cNvCxnSpPr>
              <p:nvPr/>
            </p:nvCxnSpPr>
            <p:spPr>
              <a:xfrm rot="10800000" flipH="1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5" name="Google Shape;425;p8"/>
              <p:cNvSpPr/>
              <p:nvPr/>
            </p:nvSpPr>
            <p:spPr>
              <a:xfrm rot="10800000" flipH="1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6" name="Google Shape;426;p8"/>
              <p:cNvCxnSpPr>
                <a:stCxn id="409" idx="2"/>
                <a:endCxn id="425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7" name="Google Shape;427;p8"/>
              <p:cNvCxnSpPr>
                <a:stCxn id="425" idx="2"/>
                <a:endCxn id="404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8" name="Google Shape;428;p8"/>
              <p:cNvCxnSpPr>
                <a:stCxn id="425" idx="0"/>
                <a:endCxn id="403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9" name="Google Shape;429;p8"/>
              <p:cNvCxnSpPr>
                <a:stCxn id="425" idx="1"/>
                <a:endCxn id="405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0" name="Google Shape;430;p8"/>
              <p:cNvSpPr/>
              <p:nvPr/>
            </p:nvSpPr>
            <p:spPr>
              <a:xfrm rot="10800000" flipH="1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1" name="Google Shape;431;p8"/>
              <p:cNvCxnSpPr>
                <a:stCxn id="404" idx="3"/>
                <a:endCxn id="430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8"/>
              <p:cNvCxnSpPr>
                <a:stCxn id="430" idx="1"/>
                <a:endCxn id="408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33" name="Google Shape;433;p8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434" name="Google Shape;434;p8"/>
              <p:cNvSpPr/>
              <p:nvPr/>
            </p:nvSpPr>
            <p:spPr>
              <a:xfrm rot="9591490" flipH="1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 rot="9591490" flipH="1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 rot="9590696" flipH="1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 rot="9588852" flipH="1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 rot="9585450" flipH="1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 rot="9588852" flipH="1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 rot="9588852" flipH="1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 rot="9585450" flipH="1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2" name="Google Shape;442;p8"/>
              <p:cNvCxnSpPr>
                <a:stCxn id="438" idx="5"/>
                <a:endCxn id="437" idx="1"/>
              </p:cNvCxnSpPr>
              <p:nvPr/>
            </p:nvCxnSpPr>
            <p:spPr>
              <a:xfrm rot="10800000" flipH="1">
                <a:off x="7373121" y="54962"/>
                <a:ext cx="433800" cy="64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443;p8"/>
              <p:cNvCxnSpPr>
                <a:stCxn id="439" idx="4"/>
                <a:endCxn id="437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4" name="Google Shape;444;p8"/>
              <p:cNvCxnSpPr>
                <a:stCxn id="434" idx="6"/>
                <a:endCxn id="438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5" name="Google Shape;445;p8"/>
              <p:cNvCxnSpPr>
                <a:stCxn id="438" idx="7"/>
                <a:endCxn id="439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6" name="Google Shape;446;p8"/>
              <p:cNvCxnSpPr>
                <a:stCxn id="439" idx="6"/>
                <a:endCxn id="435" idx="1"/>
              </p:cNvCxnSpPr>
              <p:nvPr/>
            </p:nvCxnSpPr>
            <p:spPr>
              <a:xfrm rot="10800000" flipH="1">
                <a:off x="8611941" y="639171"/>
                <a:ext cx="337200" cy="1035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8"/>
              <p:cNvCxnSpPr>
                <a:stCxn id="437" idx="7"/>
                <a:endCxn id="435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8"/>
              <p:cNvCxnSpPr>
                <a:stCxn id="434" idx="6"/>
                <a:endCxn id="440" idx="1"/>
              </p:cNvCxnSpPr>
              <p:nvPr/>
            </p:nvCxnSpPr>
            <p:spPr>
              <a:xfrm rot="10800000" flipH="1">
                <a:off x="5286857" y="152283"/>
                <a:ext cx="1404600" cy="45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9" name="Google Shape;449;p8"/>
              <p:cNvCxnSpPr>
                <a:stCxn id="440" idx="7"/>
                <a:endCxn id="437" idx="2"/>
              </p:cNvCxnSpPr>
              <p:nvPr/>
            </p:nvCxnSpPr>
            <p:spPr>
              <a:xfrm rot="10800000" flipH="1">
                <a:off x="6778004" y="18383"/>
                <a:ext cx="995100" cy="1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0" name="Google Shape;450;p8"/>
              <p:cNvCxnSpPr>
                <a:stCxn id="440" idx="5"/>
                <a:endCxn id="436" idx="2"/>
              </p:cNvCxnSpPr>
              <p:nvPr/>
            </p:nvCxnSpPr>
            <p:spPr>
              <a:xfrm rot="10800000" flipH="1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1" name="Google Shape;451;p8"/>
              <p:cNvCxnSpPr>
                <a:stCxn id="436" idx="0"/>
                <a:endCxn id="437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2" name="Google Shape;452;p8"/>
              <p:cNvCxnSpPr>
                <a:stCxn id="436" idx="7"/>
                <a:endCxn id="441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3" name="Google Shape;453;p8"/>
              <p:cNvCxnSpPr>
                <a:stCxn id="437" idx="6"/>
                <a:endCxn id="441" idx="2"/>
              </p:cNvCxnSpPr>
              <p:nvPr/>
            </p:nvCxnSpPr>
            <p:spPr>
              <a:xfrm rot="10800000" flipH="1">
                <a:off x="7895495" y="-540814"/>
                <a:ext cx="978900" cy="51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4" name="Google Shape;454;p8"/>
              <p:cNvCxnSpPr>
                <a:stCxn id="441" idx="0"/>
                <a:endCxn id="435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5" name="Google Shape;455;p8"/>
              <p:cNvCxnSpPr>
                <a:stCxn id="439" idx="5"/>
                <a:endCxn id="441" idx="1"/>
              </p:cNvCxnSpPr>
              <p:nvPr/>
            </p:nvCxnSpPr>
            <p:spPr>
              <a:xfrm rot="10800000" flipH="1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8"/>
              <p:cNvCxnSpPr>
                <a:stCxn id="438" idx="6"/>
                <a:endCxn id="441" idx="1"/>
              </p:cNvCxnSpPr>
              <p:nvPr/>
            </p:nvCxnSpPr>
            <p:spPr>
              <a:xfrm rot="10800000" flipH="1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8"/>
              <p:cNvCxnSpPr>
                <a:stCxn id="438" idx="4"/>
                <a:endCxn id="436" idx="1"/>
              </p:cNvCxnSpPr>
              <p:nvPr/>
            </p:nvCxnSpPr>
            <p:spPr>
              <a:xfrm rot="10800000" flipH="1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8"/>
              <p:cNvCxnSpPr>
                <a:stCxn id="435" idx="4"/>
                <a:endCxn id="436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8"/>
              <p:cNvCxnSpPr>
                <a:stCxn id="434" idx="6"/>
                <a:endCxn id="436" idx="1"/>
              </p:cNvCxnSpPr>
              <p:nvPr/>
            </p:nvCxnSpPr>
            <p:spPr>
              <a:xfrm rot="10800000" flipH="1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0" name="Google Shape;460;p8"/>
              <p:cNvSpPr/>
              <p:nvPr/>
            </p:nvSpPr>
            <p:spPr>
              <a:xfrm rot="9588852" flipH="1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1" name="Google Shape;461;p8"/>
              <p:cNvCxnSpPr>
                <a:stCxn id="441" idx="4"/>
                <a:endCxn id="460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8"/>
              <p:cNvCxnSpPr>
                <a:stCxn id="460" idx="2"/>
                <a:endCxn id="436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8"/>
              <p:cNvCxnSpPr>
                <a:stCxn id="460" idx="0"/>
                <a:endCxn id="435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8"/>
              <p:cNvCxnSpPr>
                <a:stCxn id="460" idx="1"/>
                <a:endCxn id="437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5" name="Google Shape;465;p8"/>
              <p:cNvSpPr/>
              <p:nvPr/>
            </p:nvSpPr>
            <p:spPr>
              <a:xfrm rot="9591490" flipH="1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6" name="Google Shape;466;p8"/>
              <p:cNvCxnSpPr>
                <a:stCxn id="460" idx="2"/>
                <a:endCxn id="465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8"/>
              <p:cNvCxnSpPr>
                <a:stCxn id="465" idx="1"/>
                <a:endCxn id="440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9"/>
          <p:cNvSpPr txBox="1">
            <a:spLocks noGrp="1"/>
          </p:cNvSpPr>
          <p:nvPr>
            <p:ph type="subTitle" idx="1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9"/>
          <p:cNvSpPr txBox="1">
            <a:spLocks noGrp="1"/>
          </p:cNvSpPr>
          <p:nvPr>
            <p:ph type="subTitle" idx="2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72" name="Google Shape;472;p9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473" name="Google Shape;473;p9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474" name="Google Shape;474;p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77" name="Google Shape;477;p9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478" name="Google Shape;478;p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82" name="Google Shape;482;p9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483" name="Google Shape;483;p9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484" name="Google Shape;484;p9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2" name="Google Shape;492;p9"/>
              <p:cNvCxnSpPr>
                <a:stCxn id="488" idx="5"/>
                <a:endCxn id="48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9"/>
              <p:cNvCxnSpPr>
                <a:stCxn id="489" idx="4"/>
                <a:endCxn id="487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9"/>
              <p:cNvCxnSpPr>
                <a:stCxn id="484" idx="0"/>
                <a:endCxn id="48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9"/>
              <p:cNvCxnSpPr>
                <a:stCxn id="488" idx="6"/>
                <a:endCxn id="48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496;p9"/>
              <p:cNvCxnSpPr>
                <a:stCxn id="489" idx="6"/>
                <a:endCxn id="48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9"/>
              <p:cNvCxnSpPr>
                <a:stCxn id="487" idx="6"/>
                <a:endCxn id="48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8" name="Google Shape;498;p9"/>
              <p:cNvCxnSpPr>
                <a:stCxn id="484" idx="6"/>
                <a:endCxn id="49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9" name="Google Shape;499;p9"/>
              <p:cNvCxnSpPr>
                <a:stCxn id="484" idx="7"/>
                <a:endCxn id="48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0" name="Google Shape;500;p9"/>
              <p:cNvCxnSpPr>
                <a:stCxn id="490" idx="7"/>
                <a:endCxn id="48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9"/>
              <p:cNvCxnSpPr>
                <a:stCxn id="486" idx="0"/>
                <a:endCxn id="48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2" name="Google Shape;502;p9"/>
              <p:cNvCxnSpPr>
                <a:stCxn id="491" idx="2"/>
                <a:endCxn id="485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3" name="Google Shape;503;p9"/>
              <p:cNvCxnSpPr>
                <a:stCxn id="489" idx="7"/>
                <a:endCxn id="49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4" name="Google Shape;504;p9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5" name="Google Shape;505;p9"/>
              <p:cNvCxnSpPr>
                <a:stCxn id="491" idx="3"/>
                <a:endCxn id="504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6" name="Google Shape;506;p9"/>
              <p:cNvCxnSpPr>
                <a:stCxn id="504" idx="2"/>
                <a:endCxn id="486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7" name="Google Shape;507;p9"/>
              <p:cNvCxnSpPr>
                <a:stCxn id="504" idx="0"/>
                <a:endCxn id="48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8" name="Google Shape;508;p9"/>
              <p:cNvCxnSpPr>
                <a:stCxn id="504" idx="1"/>
                <a:endCxn id="48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9" name="Google Shape;509;p9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0" name="Google Shape;510;p9"/>
              <p:cNvCxnSpPr>
                <a:stCxn id="486" idx="2"/>
                <a:endCxn id="509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511;p9"/>
              <p:cNvCxnSpPr>
                <a:stCxn id="509" idx="3"/>
                <a:endCxn id="484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9"/>
              <p:cNvCxnSpPr>
                <a:stCxn id="487" idx="4"/>
                <a:endCxn id="50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13" name="Google Shape;513;p9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4" name="Google Shape;514;p9"/>
              <p:cNvCxnSpPr>
                <a:stCxn id="487" idx="0"/>
                <a:endCxn id="51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9"/>
              <p:cNvCxnSpPr>
                <a:stCxn id="488" idx="7"/>
                <a:endCxn id="51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6" name="Google Shape;516;p9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517" name="Google Shape;517;p9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5" name="Google Shape;525;p9"/>
              <p:cNvCxnSpPr>
                <a:stCxn id="522" idx="4"/>
                <a:endCxn id="520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6" name="Google Shape;526;p9"/>
              <p:cNvCxnSpPr>
                <a:stCxn id="517" idx="7"/>
                <a:endCxn id="52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7" name="Google Shape;527;p9"/>
              <p:cNvCxnSpPr>
                <a:stCxn id="521" idx="7"/>
                <a:endCxn id="52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8" name="Google Shape;528;p9"/>
              <p:cNvCxnSpPr>
                <a:stCxn id="522" idx="6"/>
                <a:endCxn id="51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9" name="Google Shape;529;p9"/>
              <p:cNvCxnSpPr>
                <a:stCxn id="520" idx="7"/>
                <a:endCxn id="51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9"/>
              <p:cNvCxnSpPr>
                <a:stCxn id="517" idx="6"/>
                <a:endCxn id="52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9"/>
              <p:cNvCxnSpPr>
                <a:stCxn id="523" idx="0"/>
                <a:endCxn id="52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9"/>
              <p:cNvCxnSpPr>
                <a:stCxn id="523" idx="5"/>
                <a:endCxn id="51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9"/>
              <p:cNvCxnSpPr>
                <a:stCxn id="519" idx="0"/>
                <a:endCxn id="52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9"/>
              <p:cNvCxnSpPr>
                <a:stCxn id="519" idx="7"/>
                <a:endCxn id="52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9"/>
              <p:cNvCxnSpPr>
                <a:stCxn id="520" idx="6"/>
                <a:endCxn id="52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9"/>
              <p:cNvCxnSpPr>
                <a:stCxn id="524" idx="0"/>
                <a:endCxn id="51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9"/>
              <p:cNvCxnSpPr>
                <a:stCxn id="522" idx="5"/>
                <a:endCxn id="52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9"/>
              <p:cNvCxnSpPr>
                <a:stCxn id="521" idx="6"/>
                <a:endCxn id="52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9" name="Google Shape;539;p9"/>
              <p:cNvCxnSpPr>
                <a:stCxn id="521" idx="5"/>
                <a:endCxn id="52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0" name="Google Shape;540;p9"/>
              <p:cNvCxnSpPr>
                <a:stCxn id="518" idx="4"/>
                <a:endCxn id="51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1" name="Google Shape;541;p9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2" name="Google Shape;542;p9"/>
              <p:cNvCxnSpPr>
                <a:stCxn id="524" idx="4"/>
                <a:endCxn id="54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3" name="Google Shape;543;p9"/>
              <p:cNvCxnSpPr>
                <a:stCxn id="541" idx="1"/>
                <a:endCxn id="51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4" name="Google Shape;544;p9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5" name="Google Shape;545;p9"/>
              <p:cNvCxnSpPr>
                <a:stCxn id="541" idx="2"/>
                <a:endCxn id="544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6" name="Google Shape;546;p9"/>
              <p:cNvCxnSpPr>
                <a:stCxn id="544" idx="1"/>
                <a:endCxn id="52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7" name="Google Shape;547;p9"/>
              <p:cNvCxnSpPr>
                <a:stCxn id="544" idx="7"/>
                <a:endCxn id="51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31" name="Google Shape;631;p13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632" name="Google Shape;632;p13"/>
            <p:cNvGrpSpPr/>
            <p:nvPr/>
          </p:nvGrpSpPr>
          <p:grpSpPr>
            <a:xfrm rot="10800000" flipH="1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633" name="Google Shape;633;p1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36" name="Google Shape;636;p13"/>
            <p:cNvGrpSpPr/>
            <p:nvPr/>
          </p:nvGrpSpPr>
          <p:grpSpPr>
            <a:xfrm rot="10800000" flipH="1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637" name="Google Shape;637;p13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641" name="Google Shape;641;p13"/>
          <p:cNvGrpSpPr/>
          <p:nvPr/>
        </p:nvGrpSpPr>
        <p:grpSpPr>
          <a:xfrm>
            <a:off x="-989788" y="-671217"/>
            <a:ext cx="10544675" cy="8105803"/>
            <a:chOff x="-989788" y="-671217"/>
            <a:chExt cx="10544675" cy="8105803"/>
          </a:xfrm>
        </p:grpSpPr>
        <p:grpSp>
          <p:nvGrpSpPr>
            <p:cNvPr id="642" name="Google Shape;642;p13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643" name="Google Shape;643;p13"/>
              <p:cNvCxnSpPr>
                <a:stCxn id="644" idx="6"/>
                <a:endCxn id="645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45" name="Google Shape;645;p13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50" name="Google Shape;650;p13"/>
              <p:cNvCxnSpPr>
                <a:stCxn id="649" idx="4"/>
                <a:endCxn id="647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1" name="Google Shape;651;p13"/>
              <p:cNvCxnSpPr>
                <a:stCxn id="648" idx="4"/>
                <a:endCxn id="64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2" name="Google Shape;652;p13"/>
              <p:cNvCxnSpPr>
                <a:stCxn id="648" idx="5"/>
                <a:endCxn id="649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13"/>
              <p:cNvCxnSpPr>
                <a:stCxn id="648" idx="0"/>
                <a:endCxn id="64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4" name="Google Shape;654;p13"/>
              <p:cNvCxnSpPr>
                <a:stCxn id="648" idx="7"/>
                <a:endCxn id="644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5" name="Google Shape;655;p13"/>
              <p:cNvCxnSpPr>
                <a:stCxn id="646" idx="5"/>
                <a:endCxn id="64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13"/>
              <p:cNvCxnSpPr>
                <a:stCxn id="646" idx="6"/>
                <a:endCxn id="64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657;p13"/>
              <p:cNvCxnSpPr>
                <a:stCxn id="658" idx="1"/>
                <a:endCxn id="64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13"/>
              <p:cNvCxnSpPr>
                <a:stCxn id="649" idx="0"/>
                <a:endCxn id="644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0" name="Google Shape;660;p13"/>
              <p:cNvCxnSpPr>
                <a:stCxn id="649" idx="0"/>
                <a:endCxn id="658" idx="3"/>
              </p:cNvCxnSpPr>
              <p:nvPr/>
            </p:nvCxnSpPr>
            <p:spPr>
              <a:xfrm rot="10800000" flipH="1">
                <a:off x="454649" y="268188"/>
                <a:ext cx="3420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1" name="Google Shape;661;p13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2" name="Google Shape;662;p13"/>
              <p:cNvCxnSpPr>
                <a:stCxn id="646" idx="5"/>
                <a:endCxn id="66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3" name="Google Shape;663;p13"/>
              <p:cNvCxnSpPr>
                <a:stCxn id="658" idx="7"/>
                <a:endCxn id="661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4" name="Google Shape;664;p13"/>
              <p:cNvCxnSpPr>
                <a:stCxn id="661" idx="6"/>
                <a:endCxn id="645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5" name="Google Shape;665;p13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6" name="Google Shape;666;p13"/>
              <p:cNvCxnSpPr>
                <a:stCxn id="665" idx="0"/>
                <a:endCxn id="646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7" name="Google Shape;667;p13"/>
              <p:cNvCxnSpPr>
                <a:stCxn id="665" idx="6"/>
                <a:endCxn id="644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13"/>
              <p:cNvCxnSpPr>
                <a:stCxn id="665" idx="5"/>
                <a:endCxn id="64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9" name="Google Shape;669;p13"/>
              <p:cNvCxnSpPr>
                <a:stCxn id="665" idx="5"/>
                <a:endCxn id="64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58" name="Google Shape;658;p13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0" name="Google Shape;670;p13"/>
            <p:cNvGrpSpPr/>
            <p:nvPr/>
          </p:nvGrpSpPr>
          <p:grpSpPr>
            <a:xfrm rot="459949">
              <a:off x="-831023" y="4514858"/>
              <a:ext cx="4123087" cy="2656599"/>
              <a:chOff x="720013" y="4544655"/>
              <a:chExt cx="4122933" cy="2656500"/>
            </a:xfrm>
          </p:grpSpPr>
          <p:sp>
            <p:nvSpPr>
              <p:cNvPr id="671" name="Google Shape;671;p13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79" name="Google Shape;679;p13"/>
              <p:cNvCxnSpPr>
                <a:stCxn id="675" idx="5"/>
                <a:endCxn id="674" idx="1"/>
              </p:cNvCxnSpPr>
              <p:nvPr/>
            </p:nvCxnSpPr>
            <p:spPr>
              <a:xfrm rot="10340870">
                <a:off x="3060066" y="6057182"/>
                <a:ext cx="335689" cy="84516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0" name="Google Shape;680;p13"/>
              <p:cNvCxnSpPr>
                <a:stCxn id="676" idx="4"/>
                <a:endCxn id="674" idx="7"/>
              </p:cNvCxnSpPr>
              <p:nvPr/>
            </p:nvCxnSpPr>
            <p:spPr>
              <a:xfrm rot="-459755">
                <a:off x="1865221" y="6103386"/>
                <a:ext cx="1086704" cy="2876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1" name="Google Shape;681;p13"/>
              <p:cNvCxnSpPr>
                <a:stCxn id="671" idx="0"/>
                <a:endCxn id="675" idx="3"/>
              </p:cNvCxnSpPr>
              <p:nvPr/>
            </p:nvCxnSpPr>
            <p:spPr>
              <a:xfrm rot="-459979" flipH="1">
                <a:off x="3359205" y="4907332"/>
                <a:ext cx="1362781" cy="19040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2" name="Google Shape;682;p13"/>
              <p:cNvCxnSpPr>
                <a:stCxn id="675" idx="7"/>
                <a:endCxn id="676" idx="2"/>
              </p:cNvCxnSpPr>
              <p:nvPr/>
            </p:nvCxnSpPr>
            <p:spPr>
              <a:xfrm rot="10340005">
                <a:off x="1943581" y="6132795"/>
                <a:ext cx="1436945" cy="88479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3" name="Google Shape;683;p13"/>
              <p:cNvCxnSpPr>
                <a:stCxn id="676" idx="6"/>
                <a:endCxn id="672" idx="1"/>
              </p:cNvCxnSpPr>
              <p:nvPr/>
            </p:nvCxnSpPr>
            <p:spPr>
              <a:xfrm rot="10342167" flipH="1">
                <a:off x="1735733" y="5068157"/>
                <a:ext cx="189781" cy="112302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13"/>
              <p:cNvCxnSpPr>
                <a:stCxn id="674" idx="5"/>
                <a:endCxn id="672" idx="1"/>
              </p:cNvCxnSpPr>
              <p:nvPr/>
            </p:nvCxnSpPr>
            <p:spPr>
              <a:xfrm rot="10340111">
                <a:off x="1917642" y="4989902"/>
                <a:ext cx="987422" cy="10839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13"/>
              <p:cNvCxnSpPr>
                <a:stCxn id="671" idx="6"/>
                <a:endCxn id="677" idx="3"/>
              </p:cNvCxnSpPr>
              <p:nvPr/>
            </p:nvCxnSpPr>
            <p:spPr>
              <a:xfrm rot="10340667">
                <a:off x="3820904" y="4643394"/>
                <a:ext cx="727383" cy="14620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13"/>
              <p:cNvCxnSpPr>
                <a:stCxn id="671" idx="7"/>
                <a:endCxn id="674" idx="3"/>
              </p:cNvCxnSpPr>
              <p:nvPr/>
            </p:nvCxnSpPr>
            <p:spPr>
              <a:xfrm rot="-459621" flipH="1">
                <a:off x="2953399" y="4896950"/>
                <a:ext cx="1676663" cy="102284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13"/>
              <p:cNvCxnSpPr>
                <a:stCxn id="677" idx="7"/>
                <a:endCxn id="673" idx="3"/>
              </p:cNvCxnSpPr>
              <p:nvPr/>
            </p:nvCxnSpPr>
            <p:spPr>
              <a:xfrm rot="-458883" flipH="1">
                <a:off x="3256947" y="4756715"/>
                <a:ext cx="489151" cy="14620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13"/>
              <p:cNvCxnSpPr>
                <a:stCxn id="673" idx="0"/>
                <a:endCxn id="674" idx="5"/>
              </p:cNvCxnSpPr>
              <p:nvPr/>
            </p:nvCxnSpPr>
            <p:spPr>
              <a:xfrm rot="-457956" flipH="1">
                <a:off x="2913686" y="5119069"/>
                <a:ext cx="239421" cy="87210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13"/>
              <p:cNvCxnSpPr>
                <a:stCxn id="678" idx="2"/>
                <a:endCxn id="672" idx="6"/>
              </p:cNvCxnSpPr>
              <p:nvPr/>
            </p:nvCxnSpPr>
            <p:spPr>
              <a:xfrm rot="-459512">
                <a:off x="880378" y="4757982"/>
                <a:ext cx="871171" cy="2769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13"/>
              <p:cNvCxnSpPr>
                <a:stCxn id="675" idx="6"/>
                <a:endCxn id="678" idx="1"/>
              </p:cNvCxnSpPr>
              <p:nvPr/>
            </p:nvCxnSpPr>
            <p:spPr>
              <a:xfrm rot="10340068">
                <a:off x="977936" y="4687960"/>
                <a:ext cx="2307521" cy="236988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91" name="Google Shape;691;p13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2" name="Google Shape;692;p13"/>
              <p:cNvCxnSpPr>
                <a:stCxn id="678" idx="3"/>
                <a:endCxn id="691" idx="7"/>
              </p:cNvCxnSpPr>
              <p:nvPr/>
            </p:nvCxnSpPr>
            <p:spPr>
              <a:xfrm rot="-459667">
                <a:off x="868246" y="4693901"/>
                <a:ext cx="1093662" cy="10292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13"/>
              <p:cNvCxnSpPr>
                <a:stCxn id="691" idx="2"/>
                <a:endCxn id="673" idx="6"/>
              </p:cNvCxnSpPr>
              <p:nvPr/>
            </p:nvCxnSpPr>
            <p:spPr>
              <a:xfrm rot="-459508">
                <a:off x="2061896" y="4659992"/>
                <a:ext cx="943213" cy="33721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4" name="Google Shape;694;p13"/>
              <p:cNvCxnSpPr>
                <a:stCxn id="691" idx="0"/>
                <a:endCxn id="672" idx="4"/>
              </p:cNvCxnSpPr>
              <p:nvPr/>
            </p:nvCxnSpPr>
            <p:spPr>
              <a:xfrm rot="-463310" flipH="1">
                <a:off x="1838574" y="4757163"/>
                <a:ext cx="160758" cy="17467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5" name="Google Shape;695;p13"/>
              <p:cNvCxnSpPr>
                <a:stCxn id="691" idx="1"/>
                <a:endCxn id="674" idx="5"/>
              </p:cNvCxnSpPr>
              <p:nvPr/>
            </p:nvCxnSpPr>
            <p:spPr>
              <a:xfrm rot="-459275">
                <a:off x="2108012" y="4689612"/>
                <a:ext cx="777024" cy="137156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96" name="Google Shape;696;p13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97" name="Google Shape;697;p13"/>
              <p:cNvCxnSpPr>
                <a:stCxn id="673" idx="2"/>
                <a:endCxn id="696" idx="7"/>
              </p:cNvCxnSpPr>
              <p:nvPr/>
            </p:nvCxnSpPr>
            <p:spPr>
              <a:xfrm rot="-460738">
                <a:off x="3266626" y="4991469"/>
                <a:ext cx="673540" cy="2210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8" name="Google Shape;698;p13"/>
              <p:cNvCxnSpPr>
                <a:stCxn id="696" idx="3"/>
                <a:endCxn id="671" idx="7"/>
              </p:cNvCxnSpPr>
              <p:nvPr/>
            </p:nvCxnSpPr>
            <p:spPr>
              <a:xfrm rot="10340841" flipH="1">
                <a:off x="4051630" y="4823477"/>
                <a:ext cx="509135" cy="632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9" name="Google Shape;699;p13"/>
              <p:cNvCxnSpPr>
                <a:stCxn id="674" idx="4"/>
                <a:endCxn id="696" idx="0"/>
              </p:cNvCxnSpPr>
              <p:nvPr/>
            </p:nvCxnSpPr>
            <p:spPr>
              <a:xfrm rot="10339578" flipH="1">
                <a:off x="2943686" y="5072692"/>
                <a:ext cx="1091878" cy="8617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80" name="Google Shape;780;p15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781" name="Google Shape;781;p15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782" name="Google Shape;782;p1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3" name="Google Shape;783;p1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4" name="Google Shape;784;p1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85" name="Google Shape;785;p15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786" name="Google Shape;786;p15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7" name="Google Shape;787;p15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8" name="Google Shape;788;p15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9" name="Google Shape;789;p15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90" name="Google Shape;790;p15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791" name="Google Shape;791;p15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792" name="Google Shape;792;p15"/>
              <p:cNvCxnSpPr>
                <a:stCxn id="793" idx="7"/>
                <a:endCxn id="794" idx="2"/>
              </p:cNvCxnSpPr>
              <p:nvPr/>
            </p:nvCxnSpPr>
            <p:spPr>
              <a:xfrm rot="10800000" flipH="1">
                <a:off x="332904" y="155655"/>
                <a:ext cx="893400" cy="2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4" name="Google Shape;794;p15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5" name="Google Shape;795;p15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6" name="Google Shape;796;p15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7" name="Google Shape;797;p15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" name="Google Shape;798;p15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9" name="Google Shape;799;p15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0" name="Google Shape;800;p15"/>
              <p:cNvCxnSpPr>
                <a:stCxn id="799" idx="4"/>
                <a:endCxn id="796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1" name="Google Shape;801;p15"/>
              <p:cNvCxnSpPr>
                <a:stCxn id="798" idx="4"/>
                <a:endCxn id="796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2" name="Google Shape;802;p15"/>
              <p:cNvCxnSpPr>
                <a:stCxn id="798" idx="5"/>
                <a:endCxn id="799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3" name="Google Shape;803;p15"/>
              <p:cNvCxnSpPr>
                <a:stCxn id="798" idx="0"/>
                <a:endCxn id="795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4" name="Google Shape;804;p15"/>
              <p:cNvCxnSpPr>
                <a:stCxn id="798" idx="7"/>
                <a:endCxn id="793" idx="3"/>
              </p:cNvCxnSpPr>
              <p:nvPr/>
            </p:nvCxnSpPr>
            <p:spPr>
              <a:xfrm rot="10800000" flipH="1">
                <a:off x="1236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5" name="Google Shape;805;p15"/>
              <p:cNvCxnSpPr>
                <a:stCxn id="795" idx="5"/>
                <a:endCxn id="793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6" name="Google Shape;806;p15"/>
              <p:cNvCxnSpPr>
                <a:stCxn id="795" idx="6"/>
                <a:endCxn id="794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7" name="Google Shape;807;p15"/>
              <p:cNvCxnSpPr>
                <a:stCxn id="797" idx="2"/>
                <a:endCxn id="795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8" name="Google Shape;808;p15"/>
              <p:cNvCxnSpPr>
                <a:stCxn id="799" idx="0"/>
                <a:endCxn id="793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9" name="Google Shape;809;p15"/>
              <p:cNvCxnSpPr>
                <a:stCxn id="799" idx="0"/>
                <a:endCxn id="797" idx="3"/>
              </p:cNvCxnSpPr>
              <p:nvPr/>
            </p:nvCxnSpPr>
            <p:spPr>
              <a:xfrm rot="10800000" flipH="1">
                <a:off x="366025" y="296069"/>
                <a:ext cx="381000" cy="7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3" name="Google Shape;793;p15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10" name="Google Shape;810;p15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811" name="Google Shape;811;p15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3" name="Google Shape;813;p15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4" name="Google Shape;814;p15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7" name="Google Shape;817;p15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8" name="Google Shape;818;p15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19" name="Google Shape;819;p15"/>
              <p:cNvCxnSpPr>
                <a:stCxn id="815" idx="5"/>
                <a:endCxn id="814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15"/>
              <p:cNvCxnSpPr>
                <a:stCxn id="816" idx="4"/>
                <a:endCxn id="814" idx="0"/>
              </p:cNvCxnSpPr>
              <p:nvPr/>
            </p:nvCxnSpPr>
            <p:spPr>
              <a:xfrm rot="8769075" flipH="1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1" name="Google Shape;821;p15"/>
              <p:cNvCxnSpPr>
                <a:stCxn id="811" idx="6"/>
                <a:endCxn id="814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2" name="Google Shape;822;p15"/>
              <p:cNvCxnSpPr>
                <a:stCxn id="811" idx="0"/>
                <a:endCxn id="815" idx="3"/>
              </p:cNvCxnSpPr>
              <p:nvPr/>
            </p:nvCxnSpPr>
            <p:spPr>
              <a:xfrm rot="-2030280" flipH="1">
                <a:off x="3554311" y="2896576"/>
                <a:ext cx="870078" cy="56238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3" name="Google Shape;823;p15"/>
              <p:cNvCxnSpPr>
                <a:stCxn id="815" idx="7"/>
                <a:endCxn id="816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4" name="Google Shape;824;p15"/>
              <p:cNvCxnSpPr>
                <a:stCxn id="816" idx="6"/>
                <a:endCxn id="812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5" name="Google Shape;825;p15"/>
              <p:cNvCxnSpPr>
                <a:stCxn id="814" idx="7"/>
                <a:endCxn id="812" idx="3"/>
              </p:cNvCxnSpPr>
              <p:nvPr/>
            </p:nvCxnSpPr>
            <p:spPr>
              <a:xfrm rot="-2030278" flipH="1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15"/>
              <p:cNvCxnSpPr>
                <a:stCxn id="811" idx="5"/>
                <a:endCxn id="817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7" name="Google Shape;827;p15"/>
              <p:cNvCxnSpPr>
                <a:stCxn id="817" idx="7"/>
                <a:endCxn id="814" idx="3"/>
              </p:cNvCxnSpPr>
              <p:nvPr/>
            </p:nvCxnSpPr>
            <p:spPr>
              <a:xfrm rot="-2030495" flipH="1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8" name="Google Shape;828;p15"/>
              <p:cNvCxnSpPr>
                <a:stCxn id="817" idx="5"/>
                <a:endCxn id="813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9" name="Google Shape;829;p15"/>
              <p:cNvCxnSpPr>
                <a:stCxn id="813" idx="0"/>
                <a:endCxn id="814" idx="5"/>
              </p:cNvCxnSpPr>
              <p:nvPr/>
            </p:nvCxnSpPr>
            <p:spPr>
              <a:xfrm rot="-2029195" flipH="1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0" name="Google Shape;830;p15"/>
              <p:cNvCxnSpPr>
                <a:stCxn id="813" idx="7"/>
                <a:endCxn id="818" idx="3"/>
              </p:cNvCxnSpPr>
              <p:nvPr/>
            </p:nvCxnSpPr>
            <p:spPr>
              <a:xfrm rot="-2030477" flipH="1">
                <a:off x="386634" y="1842270"/>
                <a:ext cx="1576242" cy="9535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1" name="Google Shape;831;p15"/>
              <p:cNvCxnSpPr>
                <a:stCxn id="814" idx="6"/>
                <a:endCxn id="818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2" name="Google Shape;832;p15"/>
              <p:cNvCxnSpPr>
                <a:stCxn id="818" idx="0"/>
                <a:endCxn id="812" idx="5"/>
              </p:cNvCxnSpPr>
              <p:nvPr/>
            </p:nvCxnSpPr>
            <p:spPr>
              <a:xfrm rot="-2024821" flipH="1">
                <a:off x="797015" y="2378694"/>
                <a:ext cx="83704" cy="1321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3" name="Google Shape;833;p15"/>
              <p:cNvCxnSpPr>
                <a:stCxn id="815" idx="4"/>
                <a:endCxn id="813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4" name="Google Shape;834;p15"/>
              <p:cNvCxnSpPr>
                <a:stCxn id="812" idx="4"/>
                <a:endCxn id="813" idx="7"/>
              </p:cNvCxnSpPr>
              <p:nvPr/>
            </p:nvCxnSpPr>
            <p:spPr>
              <a:xfrm rot="8769813" flipH="1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5" name="Google Shape;835;p15"/>
              <p:cNvCxnSpPr>
                <a:stCxn id="811" idx="5"/>
                <a:endCxn id="813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36" name="Google Shape;836;p15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37" name="Google Shape;837;p15"/>
              <p:cNvCxnSpPr>
                <a:stCxn id="818" idx="4"/>
                <a:endCxn id="836" idx="7"/>
              </p:cNvCxnSpPr>
              <p:nvPr/>
            </p:nvCxnSpPr>
            <p:spPr>
              <a:xfrm rot="8769580" flipH="1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8" name="Google Shape;838;p15"/>
              <p:cNvCxnSpPr>
                <a:stCxn id="836" idx="2"/>
                <a:endCxn id="813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9" name="Google Shape;839;p15"/>
              <p:cNvCxnSpPr>
                <a:stCxn id="836" idx="0"/>
                <a:endCxn id="812" idx="4"/>
              </p:cNvCxnSpPr>
              <p:nvPr/>
            </p:nvCxnSpPr>
            <p:spPr>
              <a:xfrm rot="-2030204" flipH="1">
                <a:off x="469943" y="996108"/>
                <a:ext cx="1267716" cy="2434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0" name="Google Shape;840;p15"/>
              <p:cNvCxnSpPr>
                <a:stCxn id="836" idx="1"/>
                <a:endCxn id="814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41" name="Google Shape;841;p15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42" name="Google Shape;842;p15"/>
              <p:cNvCxnSpPr>
                <a:stCxn id="836" idx="2"/>
                <a:endCxn id="841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3" name="Google Shape;843;p15"/>
              <p:cNvCxnSpPr>
                <a:stCxn id="841" idx="1"/>
                <a:endCxn id="817" idx="5"/>
              </p:cNvCxnSpPr>
              <p:nvPr/>
            </p:nvCxnSpPr>
            <p:spPr>
              <a:xfrm rot="-2034703" flipH="1">
                <a:off x="2826258" y="400719"/>
                <a:ext cx="43017" cy="11438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05" name="Google Shape;1305;p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06" name="Google Shape;1306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9" name="Google Shape;1309;p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10" name="Google Shape;1310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14" name="Google Shape;1314;p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15" name="Google Shape;1315;p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16" name="Google Shape;1316;p22"/>
              <p:cNvCxnSpPr>
                <a:stCxn id="1317" idx="7"/>
                <a:endCxn id="1318" idx="2"/>
              </p:cNvCxnSpPr>
              <p:nvPr/>
            </p:nvCxnSpPr>
            <p:spPr>
              <a:xfrm rot="10800000" flipH="1">
                <a:off x="332904" y="155655"/>
                <a:ext cx="893400" cy="2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8" name="Google Shape;1318;p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4" name="Google Shape;1324;p22"/>
              <p:cNvCxnSpPr>
                <a:stCxn id="1323" idx="4"/>
                <a:endCxn id="1320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5" name="Google Shape;1325;p22"/>
              <p:cNvCxnSpPr>
                <a:stCxn id="1322" idx="4"/>
                <a:endCxn id="1320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6" name="Google Shape;1326;p22"/>
              <p:cNvCxnSpPr>
                <a:stCxn id="1322" idx="5"/>
                <a:endCxn id="1323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7" name="Google Shape;1327;p22"/>
              <p:cNvCxnSpPr>
                <a:stCxn id="1322" idx="0"/>
                <a:endCxn id="1319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8" name="Google Shape;1328;p22"/>
              <p:cNvCxnSpPr>
                <a:stCxn id="1322" idx="7"/>
                <a:endCxn id="1317" idx="3"/>
              </p:cNvCxnSpPr>
              <p:nvPr/>
            </p:nvCxnSpPr>
            <p:spPr>
              <a:xfrm rot="10800000" flipH="1">
                <a:off x="1236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9" name="Google Shape;1329;p22"/>
              <p:cNvCxnSpPr>
                <a:stCxn id="1319" idx="5"/>
                <a:endCxn id="1317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0" name="Google Shape;1330;p22"/>
              <p:cNvCxnSpPr>
                <a:stCxn id="1319" idx="6"/>
                <a:endCxn id="1318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1" name="Google Shape;1331;p22"/>
              <p:cNvCxnSpPr>
                <a:stCxn id="1321" idx="2"/>
                <a:endCxn id="1319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2" name="Google Shape;1332;p22"/>
              <p:cNvCxnSpPr>
                <a:stCxn id="1323" idx="0"/>
                <a:endCxn id="1317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3" name="Google Shape;1333;p22"/>
              <p:cNvCxnSpPr>
                <a:stCxn id="1323" idx="0"/>
                <a:endCxn id="1321" idx="3"/>
              </p:cNvCxnSpPr>
              <p:nvPr/>
            </p:nvCxnSpPr>
            <p:spPr>
              <a:xfrm rot="10800000" flipH="1">
                <a:off x="366025" y="296069"/>
                <a:ext cx="381000" cy="7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7" name="Google Shape;1317;p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4" name="Google Shape;1334;p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35" name="Google Shape;1335;p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22"/>
              <p:cNvCxnSpPr>
                <a:stCxn id="1339" idx="5"/>
                <a:endCxn id="1338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4" name="Google Shape;1344;p22"/>
              <p:cNvCxnSpPr>
                <a:stCxn id="1340" idx="4"/>
                <a:endCxn id="1338" idx="0"/>
              </p:cNvCxnSpPr>
              <p:nvPr/>
            </p:nvCxnSpPr>
            <p:spPr>
              <a:xfrm rot="8769075" flipH="1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5" name="Google Shape;1345;p22"/>
              <p:cNvCxnSpPr>
                <a:stCxn id="1335" idx="6"/>
                <a:endCxn id="1338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6" name="Google Shape;1346;p22"/>
              <p:cNvCxnSpPr>
                <a:stCxn id="1335" idx="0"/>
                <a:endCxn id="1339" idx="3"/>
              </p:cNvCxnSpPr>
              <p:nvPr/>
            </p:nvCxnSpPr>
            <p:spPr>
              <a:xfrm rot="-2030280" flipH="1">
                <a:off x="3554311" y="2896576"/>
                <a:ext cx="870078" cy="56238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7" name="Google Shape;1347;p22"/>
              <p:cNvCxnSpPr>
                <a:stCxn id="1339" idx="7"/>
                <a:endCxn id="1340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8" name="Google Shape;1348;p22"/>
              <p:cNvCxnSpPr>
                <a:stCxn id="1340" idx="6"/>
                <a:endCxn id="1336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22"/>
              <p:cNvCxnSpPr>
                <a:stCxn id="1338" idx="7"/>
                <a:endCxn id="1336" idx="3"/>
              </p:cNvCxnSpPr>
              <p:nvPr/>
            </p:nvCxnSpPr>
            <p:spPr>
              <a:xfrm rot="-2030278" flipH="1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0" name="Google Shape;1350;p22"/>
              <p:cNvCxnSpPr>
                <a:stCxn id="1335" idx="5"/>
                <a:endCxn id="1341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1" name="Google Shape;1351;p22"/>
              <p:cNvCxnSpPr>
                <a:stCxn id="1341" idx="7"/>
                <a:endCxn id="1338" idx="3"/>
              </p:cNvCxnSpPr>
              <p:nvPr/>
            </p:nvCxnSpPr>
            <p:spPr>
              <a:xfrm rot="-2030495" flipH="1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2" name="Google Shape;1352;p22"/>
              <p:cNvCxnSpPr>
                <a:stCxn id="1341" idx="5"/>
                <a:endCxn id="1337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3" name="Google Shape;1353;p22"/>
              <p:cNvCxnSpPr>
                <a:stCxn id="1337" idx="0"/>
                <a:endCxn id="1338" idx="5"/>
              </p:cNvCxnSpPr>
              <p:nvPr/>
            </p:nvCxnSpPr>
            <p:spPr>
              <a:xfrm rot="-2029195" flipH="1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4" name="Google Shape;1354;p22"/>
              <p:cNvCxnSpPr>
                <a:stCxn id="1337" idx="7"/>
                <a:endCxn id="1342" idx="3"/>
              </p:cNvCxnSpPr>
              <p:nvPr/>
            </p:nvCxnSpPr>
            <p:spPr>
              <a:xfrm rot="-2030477" flipH="1">
                <a:off x="386634" y="1842270"/>
                <a:ext cx="1576242" cy="9535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5" name="Google Shape;1355;p22"/>
              <p:cNvCxnSpPr>
                <a:stCxn id="1338" idx="6"/>
                <a:endCxn id="1342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6" name="Google Shape;1356;p22"/>
              <p:cNvCxnSpPr>
                <a:stCxn id="1342" idx="0"/>
                <a:endCxn id="1336" idx="5"/>
              </p:cNvCxnSpPr>
              <p:nvPr/>
            </p:nvCxnSpPr>
            <p:spPr>
              <a:xfrm rot="-2024821" flipH="1">
                <a:off x="797015" y="2378694"/>
                <a:ext cx="83704" cy="1321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7" name="Google Shape;1357;p22"/>
              <p:cNvCxnSpPr>
                <a:stCxn id="1339" idx="4"/>
                <a:endCxn id="1337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2"/>
              <p:cNvCxnSpPr>
                <a:stCxn id="1336" idx="4"/>
                <a:endCxn id="1337" idx="7"/>
              </p:cNvCxnSpPr>
              <p:nvPr/>
            </p:nvCxnSpPr>
            <p:spPr>
              <a:xfrm rot="8769813" flipH="1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9" name="Google Shape;1359;p22"/>
              <p:cNvCxnSpPr>
                <a:stCxn id="1335" idx="5"/>
                <a:endCxn id="1337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0" name="Google Shape;1360;p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" name="Google Shape;1361;p22"/>
              <p:cNvCxnSpPr>
                <a:stCxn id="1342" idx="4"/>
                <a:endCxn id="1360" idx="7"/>
              </p:cNvCxnSpPr>
              <p:nvPr/>
            </p:nvCxnSpPr>
            <p:spPr>
              <a:xfrm rot="8769580" flipH="1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2" name="Google Shape;1362;p22"/>
              <p:cNvCxnSpPr>
                <a:stCxn id="1360" idx="2"/>
                <a:endCxn id="1337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3" name="Google Shape;1363;p22"/>
              <p:cNvCxnSpPr>
                <a:stCxn id="1360" idx="0"/>
                <a:endCxn id="1336" idx="4"/>
              </p:cNvCxnSpPr>
              <p:nvPr/>
            </p:nvCxnSpPr>
            <p:spPr>
              <a:xfrm rot="-2030204" flipH="1">
                <a:off x="469943" y="996108"/>
                <a:ext cx="1267716" cy="2434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4" name="Google Shape;1364;p22"/>
              <p:cNvCxnSpPr>
                <a:stCxn id="1360" idx="1"/>
                <a:endCxn id="1338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5" name="Google Shape;1365;p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22"/>
              <p:cNvCxnSpPr>
                <a:stCxn id="1360" idx="2"/>
                <a:endCxn id="1365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7" name="Google Shape;1367;p22"/>
              <p:cNvCxnSpPr>
                <a:stCxn id="1365" idx="1"/>
                <a:endCxn id="1341" idx="5"/>
              </p:cNvCxnSpPr>
              <p:nvPr/>
            </p:nvCxnSpPr>
            <p:spPr>
              <a:xfrm rot="-2034703" flipH="1">
                <a:off x="2826258" y="400719"/>
                <a:ext cx="43017" cy="11438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0" name="Google Shape;1370;p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1" name="Google Shape;1371;p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" name="Google Shape;1374;p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5" name="Google Shape;1375;p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9" name="Google Shape;1379;p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80" name="Google Shape;1380;p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81" name="Google Shape;1381;p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" name="Google Shape;1389;p23"/>
              <p:cNvCxnSpPr>
                <a:stCxn id="1385" idx="5"/>
                <a:endCxn id="1384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0" name="Google Shape;1390;p23"/>
              <p:cNvCxnSpPr>
                <a:stCxn id="1386" idx="4"/>
                <a:endCxn id="1384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1" name="Google Shape;1391;p23"/>
              <p:cNvCxnSpPr>
                <a:stCxn id="1381" idx="0"/>
                <a:endCxn id="1385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2" name="Google Shape;1392;p23"/>
              <p:cNvCxnSpPr>
                <a:stCxn id="1385" idx="6"/>
                <a:endCxn id="1386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3" name="Google Shape;1393;p23"/>
              <p:cNvCxnSpPr>
                <a:stCxn id="1386" idx="6"/>
                <a:endCxn id="1382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4" name="Google Shape;1394;p23"/>
              <p:cNvCxnSpPr>
                <a:stCxn id="1384" idx="6"/>
                <a:endCxn id="1382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5" name="Google Shape;1395;p23"/>
              <p:cNvCxnSpPr>
                <a:stCxn id="1381" idx="6"/>
                <a:endCxn id="1387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6" name="Google Shape;1396;p23"/>
              <p:cNvCxnSpPr>
                <a:stCxn id="1381" idx="7"/>
                <a:endCxn id="1384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7" name="Google Shape;1397;p23"/>
              <p:cNvCxnSpPr>
                <a:stCxn id="1387" idx="7"/>
                <a:endCxn id="1383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8" name="Google Shape;1398;p23"/>
              <p:cNvCxnSpPr>
                <a:stCxn id="1383" idx="0"/>
                <a:endCxn id="1384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9" name="Google Shape;1399;p23"/>
              <p:cNvCxnSpPr>
                <a:stCxn id="1388" idx="2"/>
                <a:endCxn id="1382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0" name="Google Shape;1400;p23"/>
              <p:cNvCxnSpPr>
                <a:stCxn id="1386" idx="7"/>
                <a:endCxn id="1388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1" name="Google Shape;1401;p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2" name="Google Shape;1402;p23"/>
              <p:cNvCxnSpPr>
                <a:stCxn id="1388" idx="3"/>
                <a:endCxn id="1401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3" name="Google Shape;1403;p23"/>
              <p:cNvCxnSpPr>
                <a:stCxn id="1401" idx="2"/>
                <a:endCxn id="1383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4" name="Google Shape;1404;p23"/>
              <p:cNvCxnSpPr>
                <a:stCxn id="1401" idx="0"/>
                <a:endCxn id="1382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5" name="Google Shape;1405;p23"/>
              <p:cNvCxnSpPr>
                <a:stCxn id="1401" idx="1"/>
                <a:endCxn id="1384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6" name="Google Shape;1406;p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" name="Google Shape;1407;p23"/>
              <p:cNvCxnSpPr>
                <a:stCxn id="1383" idx="2"/>
                <a:endCxn id="1406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8" name="Google Shape;1408;p23"/>
              <p:cNvCxnSpPr>
                <a:stCxn id="1406" idx="3"/>
                <a:endCxn id="1381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9" name="Google Shape;1409;p23"/>
              <p:cNvCxnSpPr>
                <a:stCxn id="1384" idx="4"/>
                <a:endCxn id="1406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0" name="Google Shape;1410;p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1" name="Google Shape;1411;p23"/>
              <p:cNvCxnSpPr>
                <a:stCxn id="1384" idx="0"/>
                <a:endCxn id="1410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2" name="Google Shape;1412;p23"/>
              <p:cNvCxnSpPr>
                <a:stCxn id="1385" idx="7"/>
                <a:endCxn id="1410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13" name="Google Shape;1413;p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14" name="Google Shape;1414;p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" name="Google Shape;1422;p23"/>
              <p:cNvCxnSpPr>
                <a:stCxn id="1419" idx="4"/>
                <a:endCxn id="1417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3" name="Google Shape;1423;p23"/>
              <p:cNvCxnSpPr>
                <a:stCxn id="1414" idx="7"/>
                <a:endCxn id="1418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23"/>
              <p:cNvCxnSpPr>
                <a:stCxn id="1418" idx="7"/>
                <a:endCxn id="1419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5" name="Google Shape;1425;p23"/>
              <p:cNvCxnSpPr>
                <a:stCxn id="1419" idx="6"/>
                <a:endCxn id="1415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6" name="Google Shape;1426;p23"/>
              <p:cNvCxnSpPr>
                <a:stCxn id="1417" idx="7"/>
                <a:endCxn id="1415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23"/>
              <p:cNvCxnSpPr>
                <a:stCxn id="1414" idx="6"/>
                <a:endCxn id="1420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8" name="Google Shape;1428;p23"/>
              <p:cNvCxnSpPr>
                <a:stCxn id="1420" idx="0"/>
                <a:endCxn id="1417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23"/>
              <p:cNvCxnSpPr>
                <a:stCxn id="1420" idx="5"/>
                <a:endCxn id="1416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0" name="Google Shape;1430;p23"/>
              <p:cNvCxnSpPr>
                <a:stCxn id="1416" idx="0"/>
                <a:endCxn id="1417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1" name="Google Shape;1431;p23"/>
              <p:cNvCxnSpPr>
                <a:stCxn id="1416" idx="7"/>
                <a:endCxn id="1421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2" name="Google Shape;1432;p23"/>
              <p:cNvCxnSpPr>
                <a:stCxn id="1417" idx="6"/>
                <a:endCxn id="1421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3" name="Google Shape;1433;p23"/>
              <p:cNvCxnSpPr>
                <a:stCxn id="1421" idx="0"/>
                <a:endCxn id="1415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4" name="Google Shape;1434;p23"/>
              <p:cNvCxnSpPr>
                <a:stCxn id="1419" idx="5"/>
                <a:endCxn id="1421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5" name="Google Shape;1435;p23"/>
              <p:cNvCxnSpPr>
                <a:stCxn id="1418" idx="6"/>
                <a:endCxn id="1421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6" name="Google Shape;1436;p23"/>
              <p:cNvCxnSpPr>
                <a:stCxn id="1418" idx="5"/>
                <a:endCxn id="1420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7" name="Google Shape;1437;p23"/>
              <p:cNvCxnSpPr>
                <a:stCxn id="1415" idx="4"/>
                <a:endCxn id="1416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38" name="Google Shape;1438;p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23"/>
              <p:cNvCxnSpPr>
                <a:stCxn id="1421" idx="4"/>
                <a:endCxn id="1438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0" name="Google Shape;1440;p23"/>
              <p:cNvCxnSpPr>
                <a:stCxn id="1438" idx="1"/>
                <a:endCxn id="1416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1" name="Google Shape;1441;p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" name="Google Shape;1442;p23"/>
              <p:cNvCxnSpPr>
                <a:stCxn id="1438" idx="2"/>
                <a:endCxn id="1441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3" name="Google Shape;1443;p23"/>
              <p:cNvCxnSpPr>
                <a:stCxn id="1441" idx="1"/>
                <a:endCxn id="1420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4" name="Google Shape;1444;p23"/>
              <p:cNvCxnSpPr>
                <a:stCxn id="1441" idx="7"/>
                <a:endCxn id="1416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"/>
          </p:nvPr>
        </p:nvSpPr>
        <p:spPr>
          <a:xfrm>
            <a:off x="720000" y="2207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2"/>
          </p:nvPr>
        </p:nvSpPr>
        <p:spPr>
          <a:xfrm>
            <a:off x="3419271" y="2207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3"/>
          </p:nvPr>
        </p:nvSpPr>
        <p:spPr>
          <a:xfrm>
            <a:off x="720000" y="391021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4"/>
          </p:nvPr>
        </p:nvSpPr>
        <p:spPr>
          <a:xfrm>
            <a:off x="3419271" y="391021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5"/>
          </p:nvPr>
        </p:nvSpPr>
        <p:spPr>
          <a:xfrm>
            <a:off x="6118549" y="2207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6"/>
          </p:nvPr>
        </p:nvSpPr>
        <p:spPr>
          <a:xfrm>
            <a:off x="6118549" y="391021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375" y="1248984"/>
            <a:ext cx="819300" cy="5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375" y="2948827"/>
            <a:ext cx="819300" cy="5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9" hasCustomPrompt="1"/>
          </p:nvPr>
        </p:nvSpPr>
        <p:spPr>
          <a:xfrm>
            <a:off x="4162386" y="1248984"/>
            <a:ext cx="819300" cy="5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13" hasCustomPrompt="1"/>
          </p:nvPr>
        </p:nvSpPr>
        <p:spPr>
          <a:xfrm>
            <a:off x="4162386" y="2948827"/>
            <a:ext cx="819300" cy="5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14" hasCustomPrompt="1"/>
          </p:nvPr>
        </p:nvSpPr>
        <p:spPr>
          <a:xfrm>
            <a:off x="6861656" y="1248984"/>
            <a:ext cx="819300" cy="5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15" hasCustomPrompt="1"/>
          </p:nvPr>
        </p:nvSpPr>
        <p:spPr>
          <a:xfrm>
            <a:off x="6861656" y="2948827"/>
            <a:ext cx="819300" cy="5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16"/>
          </p:nvPr>
        </p:nvSpPr>
        <p:spPr>
          <a:xfrm>
            <a:off x="720000" y="18702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7"/>
          </p:nvPr>
        </p:nvSpPr>
        <p:spPr>
          <a:xfrm>
            <a:off x="3419271" y="18702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8"/>
          </p:nvPr>
        </p:nvSpPr>
        <p:spPr>
          <a:xfrm>
            <a:off x="6118549" y="18702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9"/>
          </p:nvPr>
        </p:nvSpPr>
        <p:spPr>
          <a:xfrm>
            <a:off x="720000" y="35727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20"/>
          </p:nvPr>
        </p:nvSpPr>
        <p:spPr>
          <a:xfrm>
            <a:off x="3419271" y="35727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21"/>
          </p:nvPr>
        </p:nvSpPr>
        <p:spPr>
          <a:xfrm>
            <a:off x="6118549" y="35727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162424" y="4677111"/>
            <a:ext cx="1343045" cy="372839"/>
            <a:chOff x="162424" y="4677111"/>
            <a:chExt cx="1343045" cy="372839"/>
          </a:xfrm>
        </p:grpSpPr>
        <p:sp>
          <p:nvSpPr>
            <p:cNvPr id="139" name="Google Shape;139;p13"/>
            <p:cNvSpPr/>
            <p:nvPr/>
          </p:nvSpPr>
          <p:spPr>
            <a:xfrm>
              <a:off x="162424" y="4677111"/>
              <a:ext cx="372600" cy="372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1210569" y="4749350"/>
              <a:ext cx="294900" cy="30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1" name="Google Shape;141;p13"/>
            <p:cNvCxnSpPr/>
            <p:nvPr/>
          </p:nvCxnSpPr>
          <p:spPr>
            <a:xfrm>
              <a:off x="344532" y="4872840"/>
              <a:ext cx="1020300" cy="30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2" name="Google Shape;142;p13"/>
          <p:cNvGrpSpPr/>
          <p:nvPr/>
        </p:nvGrpSpPr>
        <p:grpSpPr>
          <a:xfrm>
            <a:off x="8481186" y="220329"/>
            <a:ext cx="513482" cy="2760134"/>
            <a:chOff x="8481186" y="220329"/>
            <a:chExt cx="513482" cy="2760134"/>
          </a:xfrm>
        </p:grpSpPr>
        <p:cxnSp>
          <p:nvCxnSpPr>
            <p:cNvPr id="143" name="Google Shape;143;p13"/>
            <p:cNvCxnSpPr/>
            <p:nvPr/>
          </p:nvCxnSpPr>
          <p:spPr>
            <a:xfrm rot="10800000">
              <a:off x="8652166" y="383698"/>
              <a:ext cx="174900" cy="9537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" name="Google Shape;144;p13"/>
            <p:cNvSpPr/>
            <p:nvPr/>
          </p:nvSpPr>
          <p:spPr>
            <a:xfrm>
              <a:off x="8677268" y="1170691"/>
              <a:ext cx="317400" cy="317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8481186" y="220329"/>
              <a:ext cx="365700" cy="372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6" name="Google Shape;146;p13"/>
            <p:cNvCxnSpPr>
              <a:endCxn id="147" idx="4"/>
            </p:cNvCxnSpPr>
            <p:nvPr/>
          </p:nvCxnSpPr>
          <p:spPr>
            <a:xfrm flipH="1">
              <a:off x="8721124" y="1316363"/>
              <a:ext cx="111300" cy="16641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" name="Google Shape;147;p13"/>
            <p:cNvSpPr/>
            <p:nvPr/>
          </p:nvSpPr>
          <p:spPr>
            <a:xfrm>
              <a:off x="8597074" y="2732363"/>
              <a:ext cx="248100" cy="24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2481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  <p:sldLayoutId id="2147483661" r:id="rId10"/>
    <p:sldLayoutId id="2147483668" r:id="rId11"/>
    <p:sldLayoutId id="2147483669" r:id="rId12"/>
    <p:sldLayoutId id="2147483674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27"/>
          <p:cNvSpPr txBox="1">
            <a:spLocks noGrp="1"/>
          </p:cNvSpPr>
          <p:nvPr>
            <p:ph type="ctrTitle"/>
          </p:nvPr>
        </p:nvSpPr>
        <p:spPr>
          <a:xfrm>
            <a:off x="910053" y="1900469"/>
            <a:ext cx="7543800" cy="7013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Coloration des graphes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56" name="Google Shape;1456;p27"/>
          <p:cNvSpPr txBox="1">
            <a:spLocks noGrp="1"/>
          </p:cNvSpPr>
          <p:nvPr>
            <p:ph type="subTitle" idx="1"/>
          </p:nvPr>
        </p:nvSpPr>
        <p:spPr>
          <a:xfrm>
            <a:off x="2247522" y="2574274"/>
            <a:ext cx="4592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b="1" dirty="0" err="1">
                <a:solidFill>
                  <a:schemeClr val="accent3"/>
                </a:solidFill>
              </a:rPr>
              <a:t>Greedy</a:t>
            </a:r>
            <a:r>
              <a:rPr lang="fr-FR" dirty="0">
                <a:solidFill>
                  <a:schemeClr val="accent3"/>
                </a:solidFill>
              </a:rPr>
              <a:t>, </a:t>
            </a:r>
            <a:r>
              <a:rPr lang="fr-FR" b="1" dirty="0" err="1">
                <a:solidFill>
                  <a:schemeClr val="accent3"/>
                </a:solidFill>
              </a:rPr>
              <a:t>Welsh</a:t>
            </a:r>
            <a:r>
              <a:rPr lang="fr-FR" b="1" dirty="0">
                <a:solidFill>
                  <a:schemeClr val="accent3"/>
                </a:solidFill>
              </a:rPr>
              <a:t>–</a:t>
            </a:r>
            <a:r>
              <a:rPr lang="fr-FR" b="1" dirty="0" err="1">
                <a:solidFill>
                  <a:schemeClr val="accent3"/>
                </a:solidFill>
              </a:rPr>
              <a:t>Powell</a:t>
            </a:r>
            <a:r>
              <a:rPr lang="fr-FR" dirty="0" err="1">
                <a:solidFill>
                  <a:schemeClr val="accent3"/>
                </a:solidFill>
              </a:rPr>
              <a:t>,</a:t>
            </a:r>
            <a:r>
              <a:rPr lang="fr-FR" b="1" dirty="0" err="1">
                <a:solidFill>
                  <a:schemeClr val="accent3"/>
                </a:solidFill>
              </a:rPr>
              <a:t>DSATUR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1457" name="Google Shape;1457;p27"/>
          <p:cNvGrpSpPr/>
          <p:nvPr/>
        </p:nvGrpSpPr>
        <p:grpSpPr>
          <a:xfrm>
            <a:off x="5381216" y="943141"/>
            <a:ext cx="401329" cy="434127"/>
            <a:chOff x="8667225" y="681525"/>
            <a:chExt cx="298275" cy="322675"/>
          </a:xfrm>
        </p:grpSpPr>
        <p:sp>
          <p:nvSpPr>
            <p:cNvPr id="1458" name="Google Shape;1458;p27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9" name="Google Shape;1459;p27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0" name="Google Shape;1460;p27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61" name="Google Shape;1461;p27"/>
          <p:cNvGrpSpPr/>
          <p:nvPr/>
        </p:nvGrpSpPr>
        <p:grpSpPr>
          <a:xfrm rot="-2214200">
            <a:off x="1270062" y="3832191"/>
            <a:ext cx="501360" cy="695474"/>
            <a:chOff x="140150" y="4340075"/>
            <a:chExt cx="406275" cy="563575"/>
          </a:xfrm>
        </p:grpSpPr>
        <p:sp>
          <p:nvSpPr>
            <p:cNvPr id="1462" name="Google Shape;1462;p2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" name="Google Shape;1463;p2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4" name="Google Shape;1464;p2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5" name="Google Shape;1465;p2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696" y="234508"/>
            <a:ext cx="1316736" cy="578129"/>
          </a:xfrm>
          <a:prstGeom prst="rect">
            <a:avLst/>
          </a:prstGeom>
        </p:spPr>
      </p:pic>
      <p:sp>
        <p:nvSpPr>
          <p:cNvPr id="15" name="Google Shape;1456;p27"/>
          <p:cNvSpPr txBox="1">
            <a:spLocks/>
          </p:cNvSpPr>
          <p:nvPr/>
        </p:nvSpPr>
        <p:spPr>
          <a:xfrm>
            <a:off x="0" y="4592581"/>
            <a:ext cx="4592400" cy="40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 algn="l"/>
            <a:r>
              <a:rPr lang="fr-FR" sz="1200" b="1" dirty="0"/>
              <a:t>Présenté par : Ibrahim Gaha</a:t>
            </a:r>
          </a:p>
          <a:p>
            <a:pPr marL="0" indent="0" algn="l"/>
            <a:r>
              <a:rPr lang="fr-FR" sz="1200" b="1" dirty="0"/>
              <a:t>                          </a:t>
            </a:r>
            <a:r>
              <a:rPr lang="fr-FR" sz="1200" b="1" dirty="0" err="1"/>
              <a:t>Nermine</a:t>
            </a:r>
            <a:r>
              <a:rPr lang="fr-FR" sz="1200" b="1" dirty="0"/>
              <a:t> ben </a:t>
            </a:r>
            <a:r>
              <a:rPr lang="fr-FR" sz="1200" b="1" dirty="0" err="1"/>
              <a:t>rhouma</a:t>
            </a:r>
            <a:r>
              <a:rPr lang="fr-FR" sz="1200" b="1" dirty="0"/>
              <a:t> </a:t>
            </a:r>
            <a:endParaRPr lang="fr-FR" sz="1200" dirty="0"/>
          </a:p>
        </p:txBody>
      </p:sp>
      <p:sp>
        <p:nvSpPr>
          <p:cNvPr id="16" name="Google Shape;1456;p27"/>
          <p:cNvSpPr txBox="1">
            <a:spLocks/>
          </p:cNvSpPr>
          <p:nvPr/>
        </p:nvSpPr>
        <p:spPr>
          <a:xfrm>
            <a:off x="2475589" y="193404"/>
            <a:ext cx="4592400" cy="40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/>
            <a:r>
              <a:rPr lang="fr-FR" sz="1100" b="1" dirty="0">
                <a:solidFill>
                  <a:schemeClr val="bg2"/>
                </a:solidFill>
              </a:rPr>
              <a:t>Année Universitaire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7"/>
          <p:cNvSpPr txBox="1">
            <a:spLocks noGrp="1"/>
          </p:cNvSpPr>
          <p:nvPr>
            <p:ph type="title"/>
          </p:nvPr>
        </p:nvSpPr>
        <p:spPr>
          <a:xfrm>
            <a:off x="542791" y="35354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50000"/>
                  </a:schemeClr>
                </a:solidFill>
              </a:rPr>
              <a:t>PLAN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65" name="Google Shape;465;p37"/>
          <p:cNvSpPr txBox="1">
            <a:spLocks noGrp="1"/>
          </p:cNvSpPr>
          <p:nvPr>
            <p:ph type="title" idx="7"/>
          </p:nvPr>
        </p:nvSpPr>
        <p:spPr>
          <a:xfrm>
            <a:off x="1505375" y="1248984"/>
            <a:ext cx="819300" cy="5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66" name="Google Shape;466;p37"/>
          <p:cNvSpPr txBox="1">
            <a:spLocks noGrp="1"/>
          </p:cNvSpPr>
          <p:nvPr>
            <p:ph type="title" idx="8"/>
          </p:nvPr>
        </p:nvSpPr>
        <p:spPr>
          <a:xfrm>
            <a:off x="1505375" y="2948827"/>
            <a:ext cx="819300" cy="5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67" name="Google Shape;467;p37"/>
          <p:cNvSpPr txBox="1">
            <a:spLocks noGrp="1"/>
          </p:cNvSpPr>
          <p:nvPr>
            <p:ph type="title" idx="9"/>
          </p:nvPr>
        </p:nvSpPr>
        <p:spPr>
          <a:xfrm>
            <a:off x="4162386" y="1248984"/>
            <a:ext cx="819300" cy="5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68" name="Google Shape;468;p37"/>
          <p:cNvSpPr txBox="1">
            <a:spLocks noGrp="1"/>
          </p:cNvSpPr>
          <p:nvPr>
            <p:ph type="title" idx="13"/>
          </p:nvPr>
        </p:nvSpPr>
        <p:spPr>
          <a:xfrm>
            <a:off x="4162386" y="2948827"/>
            <a:ext cx="819300" cy="5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69" name="Google Shape;469;p37"/>
          <p:cNvSpPr txBox="1">
            <a:spLocks noGrp="1"/>
          </p:cNvSpPr>
          <p:nvPr>
            <p:ph type="title" idx="14"/>
          </p:nvPr>
        </p:nvSpPr>
        <p:spPr>
          <a:xfrm>
            <a:off x="6861656" y="1248984"/>
            <a:ext cx="819300" cy="5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70" name="Google Shape;470;p37"/>
          <p:cNvSpPr txBox="1">
            <a:spLocks noGrp="1"/>
          </p:cNvSpPr>
          <p:nvPr>
            <p:ph type="title" idx="15"/>
          </p:nvPr>
        </p:nvSpPr>
        <p:spPr>
          <a:xfrm>
            <a:off x="6861656" y="2948827"/>
            <a:ext cx="819300" cy="5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71" name="Google Shape;471;p37"/>
          <p:cNvSpPr txBox="1">
            <a:spLocks noGrp="1"/>
          </p:cNvSpPr>
          <p:nvPr>
            <p:ph type="subTitle" idx="16"/>
          </p:nvPr>
        </p:nvSpPr>
        <p:spPr>
          <a:xfrm>
            <a:off x="720000" y="18702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50000"/>
                  </a:schemeClr>
                </a:solidFill>
              </a:rPr>
              <a:t>Introduction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72" name="Google Shape;472;p37"/>
          <p:cNvSpPr txBox="1">
            <a:spLocks noGrp="1"/>
          </p:cNvSpPr>
          <p:nvPr>
            <p:ph type="subTitle" idx="17"/>
          </p:nvPr>
        </p:nvSpPr>
        <p:spPr>
          <a:xfrm>
            <a:off x="3419271" y="207921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/>
              <a:t>Principes de coloration</a:t>
            </a:r>
            <a:endParaRPr dirty="0"/>
          </a:p>
        </p:txBody>
      </p:sp>
      <p:sp>
        <p:nvSpPr>
          <p:cNvPr id="473" name="Google Shape;473;p37"/>
          <p:cNvSpPr txBox="1">
            <a:spLocks noGrp="1"/>
          </p:cNvSpPr>
          <p:nvPr>
            <p:ph type="subTitle" idx="18"/>
          </p:nvPr>
        </p:nvSpPr>
        <p:spPr>
          <a:xfrm>
            <a:off x="6118542" y="207921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>
                <a:solidFill>
                  <a:schemeClr val="tx2">
                    <a:lumMod val="50000"/>
                  </a:schemeClr>
                </a:solidFill>
              </a:rPr>
              <a:t>Coloration des sommets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74" name="Google Shape;474;p37"/>
          <p:cNvSpPr txBox="1">
            <a:spLocks noGrp="1"/>
          </p:cNvSpPr>
          <p:nvPr>
            <p:ph type="subTitle" idx="19"/>
          </p:nvPr>
        </p:nvSpPr>
        <p:spPr>
          <a:xfrm>
            <a:off x="720000" y="381234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fr-FR" dirty="0"/>
              <a:t>Algorithmes constructifs</a:t>
            </a:r>
          </a:p>
        </p:txBody>
      </p:sp>
      <p:sp>
        <p:nvSpPr>
          <p:cNvPr id="475" name="Google Shape;475;p37"/>
          <p:cNvSpPr txBox="1">
            <a:spLocks noGrp="1"/>
          </p:cNvSpPr>
          <p:nvPr>
            <p:ph type="subTitle" idx="20"/>
          </p:nvPr>
        </p:nvSpPr>
        <p:spPr>
          <a:xfrm>
            <a:off x="3419271" y="388725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>
                <a:solidFill>
                  <a:schemeClr val="tx2">
                    <a:lumMod val="50000"/>
                  </a:schemeClr>
                </a:solidFill>
              </a:rPr>
              <a:t>Coloration des arêtes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76" name="Google Shape;476;p37"/>
          <p:cNvSpPr txBox="1">
            <a:spLocks noGrp="1"/>
          </p:cNvSpPr>
          <p:nvPr>
            <p:ph type="subTitle" idx="21"/>
          </p:nvPr>
        </p:nvSpPr>
        <p:spPr>
          <a:xfrm>
            <a:off x="6118542" y="381234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955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50000"/>
                  </a:schemeClr>
                </a:solidFill>
              </a:rPr>
              <a:t>Introduction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99" name="Google Shape;1499;p30"/>
          <p:cNvSpPr txBox="1">
            <a:spLocks noGrp="1"/>
          </p:cNvSpPr>
          <p:nvPr>
            <p:ph type="subTitle" idx="2"/>
          </p:nvPr>
        </p:nvSpPr>
        <p:spPr>
          <a:xfrm>
            <a:off x="427392" y="1256324"/>
            <a:ext cx="4144608" cy="32873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graphe est une structure composée de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Sommets (</a:t>
            </a:r>
            <a:r>
              <a:rPr lang="fr-F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vertices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Arêtes (</a:t>
            </a:r>
            <a:r>
              <a:rPr lang="fr-F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reliant les sommets</a:t>
            </a:r>
          </a:p>
          <a:p>
            <a:pPr algn="just">
              <a:lnSpc>
                <a:spcPct val="150000"/>
              </a:lnSpc>
            </a:pPr>
            <a:r>
              <a:rPr lang="fr-FR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graphes sont utilisés en 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informatiques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Planification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Emploi du temps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des ressource</a:t>
            </a:r>
            <a:r>
              <a:rPr lang="fr-FR" dirty="0"/>
              <a:t>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256" y="1227292"/>
            <a:ext cx="2954333" cy="29543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Principe</a:t>
            </a:r>
            <a:br>
              <a:rPr lang="fr-FR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 de coloration</a:t>
            </a:r>
            <a:endParaRPr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05" name="Google Shape;1505;p31"/>
          <p:cNvSpPr txBox="1">
            <a:spLocks noGrp="1"/>
          </p:cNvSpPr>
          <p:nvPr>
            <p:ph type="title" idx="2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75000"/>
                  </a:schemeClr>
                </a:solidFill>
              </a:rPr>
              <a:t>02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1507" name="Google Shape;1507;p31"/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/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/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521;p32"/>
          <p:cNvSpPr txBox="1">
            <a:spLocks noGrp="1"/>
          </p:cNvSpPr>
          <p:nvPr>
            <p:ph type="subTitle" idx="1"/>
          </p:nvPr>
        </p:nvSpPr>
        <p:spPr>
          <a:xfrm>
            <a:off x="602617" y="1596056"/>
            <a:ext cx="5082258" cy="30746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  <a:buNone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coloration des graphes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 à attribuer des couleurs :</a:t>
            </a:r>
          </a:p>
          <a:p>
            <a:pPr algn="just">
              <a:lnSpc>
                <a:spcPct val="150000"/>
              </a:lnSpc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sommets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aux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arêtes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50000"/>
              </a:lnSpc>
              <a:buNone/>
            </a:pPr>
            <a:r>
              <a:rPr lang="fr-F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👉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respectant une contrainte :</a:t>
            </a:r>
          </a:p>
          <a:p>
            <a:pPr marL="139700" indent="0" algn="just">
              <a:lnSpc>
                <a:spcPct val="150000"/>
              </a:lnSpc>
              <a:buNone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 éléments adjacents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doivent pas avoir la même couleur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50000"/>
              </a:lnSpc>
              <a:buNone/>
            </a:pPr>
            <a:r>
              <a:rPr lang="fr-FR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 :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minimiser le nombre de couleurs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1520;p32"/>
          <p:cNvSpPr txBox="1">
            <a:spLocks noGrp="1"/>
          </p:cNvSpPr>
          <p:nvPr>
            <p:ph type="title"/>
          </p:nvPr>
        </p:nvSpPr>
        <p:spPr>
          <a:xfrm>
            <a:off x="872538" y="632137"/>
            <a:ext cx="6387055" cy="5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dirty="0">
                <a:solidFill>
                  <a:schemeClr val="accent3">
                    <a:lumMod val="50000"/>
                  </a:schemeClr>
                </a:solidFill>
              </a:rPr>
              <a:t>2.Problème de coloration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" name="Google Shape;1520;p32"/>
          <p:cNvSpPr txBox="1">
            <a:spLocks/>
          </p:cNvSpPr>
          <p:nvPr/>
        </p:nvSpPr>
        <p:spPr>
          <a:xfrm>
            <a:off x="1213101" y="1130175"/>
            <a:ext cx="2761492" cy="5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fr-FR" sz="2000" dirty="0">
                <a:solidFill>
                  <a:schemeClr val="accent2">
                    <a:lumMod val="50000"/>
                  </a:schemeClr>
                </a:solidFill>
              </a:rPr>
              <a:t>Définition</a:t>
            </a:r>
          </a:p>
        </p:txBody>
      </p:sp>
      <p:grpSp>
        <p:nvGrpSpPr>
          <p:cNvPr id="59" name="Groupe 58"/>
          <p:cNvGrpSpPr/>
          <p:nvPr/>
        </p:nvGrpSpPr>
        <p:grpSpPr>
          <a:xfrm>
            <a:off x="5713974" y="1387925"/>
            <a:ext cx="2961230" cy="3446345"/>
            <a:chOff x="5713974" y="1387925"/>
            <a:chExt cx="2961230" cy="3446345"/>
          </a:xfrm>
        </p:grpSpPr>
        <p:pic>
          <p:nvPicPr>
            <p:cNvPr id="33" name="Image 3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3974" y="1387925"/>
              <a:ext cx="2961230" cy="344634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cxnSp>
          <p:nvCxnSpPr>
            <p:cNvPr id="9" name="Connecteur droit 8"/>
            <p:cNvCxnSpPr/>
            <p:nvPr/>
          </p:nvCxnSpPr>
          <p:spPr>
            <a:xfrm flipH="1">
              <a:off x="6027421" y="3251835"/>
              <a:ext cx="405764" cy="46863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/>
          </p:nvCxnSpPr>
          <p:spPr>
            <a:xfrm flipH="1" flipV="1">
              <a:off x="6027420" y="4000501"/>
              <a:ext cx="405765" cy="47053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/>
            <p:cNvCxnSpPr/>
            <p:nvPr/>
          </p:nvCxnSpPr>
          <p:spPr>
            <a:xfrm>
              <a:off x="6665595" y="3251835"/>
              <a:ext cx="411480" cy="46863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/>
            <p:cNvCxnSpPr/>
            <p:nvPr/>
          </p:nvCxnSpPr>
          <p:spPr>
            <a:xfrm flipH="1">
              <a:off x="6665595" y="4000501"/>
              <a:ext cx="411480" cy="470534"/>
            </a:xfrm>
            <a:prstGeom prst="line">
              <a:avLst/>
            </a:prstGeom>
            <a:ln w="190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0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Coloration des sommets</a:t>
            </a:r>
            <a:endParaRPr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05" name="Google Shape;1505;p31"/>
          <p:cNvSpPr txBox="1">
            <a:spLocks noGrp="1"/>
          </p:cNvSpPr>
          <p:nvPr>
            <p:ph type="title" idx="2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75000"/>
                  </a:schemeClr>
                </a:solidFill>
              </a:rPr>
              <a:t>03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1507" name="Google Shape;1507;p31"/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/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/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05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2"/>
          <p:cNvSpPr txBox="1">
            <a:spLocks noGrp="1"/>
          </p:cNvSpPr>
          <p:nvPr>
            <p:ph type="title"/>
          </p:nvPr>
        </p:nvSpPr>
        <p:spPr>
          <a:xfrm>
            <a:off x="884730" y="374387"/>
            <a:ext cx="6387055" cy="5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dirty="0">
                <a:solidFill>
                  <a:schemeClr val="accent3">
                    <a:lumMod val="50000"/>
                  </a:schemeClr>
                </a:solidFill>
              </a:rPr>
              <a:t>3.</a:t>
            </a:r>
            <a:r>
              <a:rPr lang="fr-FR" dirty="0"/>
              <a:t> </a:t>
            </a:r>
            <a:r>
              <a:rPr lang="fr-FR" dirty="0">
                <a:solidFill>
                  <a:schemeClr val="accent3">
                    <a:lumMod val="50000"/>
                  </a:schemeClr>
                </a:solidFill>
              </a:rPr>
              <a:t>Coloration des sommets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523" name="Google Shape;1523;p32"/>
          <p:cNvGrpSpPr/>
          <p:nvPr/>
        </p:nvGrpSpPr>
        <p:grpSpPr>
          <a:xfrm>
            <a:off x="7892525" y="732325"/>
            <a:ext cx="298275" cy="322675"/>
            <a:chOff x="8667225" y="681525"/>
            <a:chExt cx="298275" cy="322675"/>
          </a:xfrm>
        </p:grpSpPr>
        <p:sp>
          <p:nvSpPr>
            <p:cNvPr id="1524" name="Google Shape;1524;p32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25" name="Google Shape;1525;p32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26" name="Google Shape;1526;p32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27" name="Google Shape;1527;p32"/>
          <p:cNvGrpSpPr/>
          <p:nvPr/>
        </p:nvGrpSpPr>
        <p:grpSpPr>
          <a:xfrm>
            <a:off x="6788444" y="2953250"/>
            <a:ext cx="3200329" cy="3127770"/>
            <a:chOff x="447667" y="285337"/>
            <a:chExt cx="3863732" cy="3776132"/>
          </a:xfrm>
        </p:grpSpPr>
        <p:sp>
          <p:nvSpPr>
            <p:cNvPr id="1528" name="Google Shape;1528;p32"/>
            <p:cNvSpPr/>
            <p:nvPr/>
          </p:nvSpPr>
          <p:spPr>
            <a:xfrm rot="10800000">
              <a:off x="4076800" y="2467368"/>
              <a:ext cx="234600" cy="234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29" name="Google Shape;1529;p32"/>
            <p:cNvSpPr/>
            <p:nvPr/>
          </p:nvSpPr>
          <p:spPr>
            <a:xfrm rot="10800000">
              <a:off x="1137802" y="3577294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0" name="Google Shape;1530;p32"/>
            <p:cNvSpPr/>
            <p:nvPr/>
          </p:nvSpPr>
          <p:spPr>
            <a:xfrm rot="10800000">
              <a:off x="1731851" y="997900"/>
              <a:ext cx="484500" cy="48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1" name="Google Shape;1531;p32"/>
            <p:cNvSpPr/>
            <p:nvPr/>
          </p:nvSpPr>
          <p:spPr>
            <a:xfrm rot="10800000">
              <a:off x="2254926" y="2505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2" name="Google Shape;1532;p32"/>
            <p:cNvSpPr/>
            <p:nvPr/>
          </p:nvSpPr>
          <p:spPr>
            <a:xfrm rot="10800000">
              <a:off x="3685300" y="3636544"/>
              <a:ext cx="116100" cy="11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3" name="Google Shape;1533;p32"/>
            <p:cNvSpPr/>
            <p:nvPr/>
          </p:nvSpPr>
          <p:spPr>
            <a:xfrm rot="10800000">
              <a:off x="2254926" y="39039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4" name="Google Shape;1534;p32"/>
            <p:cNvSpPr/>
            <p:nvPr/>
          </p:nvSpPr>
          <p:spPr>
            <a:xfrm rot="10800000">
              <a:off x="3125451" y="1436544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5" name="Google Shape;1535;p32"/>
            <p:cNvSpPr/>
            <p:nvPr/>
          </p:nvSpPr>
          <p:spPr>
            <a:xfrm rot="10800000">
              <a:off x="447667" y="2351269"/>
              <a:ext cx="116100" cy="11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36" name="Google Shape;1536;p32"/>
            <p:cNvCxnSpPr>
              <a:stCxn id="1532" idx="5"/>
              <a:endCxn id="1531" idx="1"/>
            </p:cNvCxnSpPr>
            <p:nvPr/>
          </p:nvCxnSpPr>
          <p:spPr>
            <a:xfrm rot="10800000">
              <a:off x="2389502" y="2640447"/>
              <a:ext cx="1312800" cy="1013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" name="Google Shape;1537;p32"/>
            <p:cNvCxnSpPr>
              <a:stCxn id="1533" idx="4"/>
              <a:endCxn id="1531" idx="0"/>
            </p:cNvCxnSpPr>
            <p:nvPr/>
          </p:nvCxnSpPr>
          <p:spPr>
            <a:xfrm rot="10800000">
              <a:off x="2333676" y="2663469"/>
              <a:ext cx="0" cy="1240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" name="Google Shape;1538;p32"/>
            <p:cNvCxnSpPr>
              <a:stCxn id="1528" idx="6"/>
              <a:endCxn id="1531" idx="2"/>
            </p:cNvCxnSpPr>
            <p:nvPr/>
          </p:nvCxnSpPr>
          <p:spPr>
            <a:xfrm rot="10800000">
              <a:off x="2412400" y="2584668"/>
              <a:ext cx="1664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" name="Google Shape;1539;p32"/>
            <p:cNvCxnSpPr>
              <a:stCxn id="1528" idx="0"/>
              <a:endCxn id="1532" idx="3"/>
            </p:cNvCxnSpPr>
            <p:nvPr/>
          </p:nvCxnSpPr>
          <p:spPr>
            <a:xfrm flipH="1">
              <a:off x="3784300" y="2701968"/>
              <a:ext cx="409800" cy="95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0" name="Google Shape;1540;p32"/>
            <p:cNvCxnSpPr>
              <a:stCxn id="1532" idx="7"/>
              <a:endCxn id="1533" idx="2"/>
            </p:cNvCxnSpPr>
            <p:nvPr/>
          </p:nvCxnSpPr>
          <p:spPr>
            <a:xfrm flipH="1">
              <a:off x="2412302" y="3735642"/>
              <a:ext cx="1290000" cy="24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" name="Google Shape;1541;p32"/>
            <p:cNvCxnSpPr>
              <a:stCxn id="1533" idx="6"/>
              <a:endCxn id="1529" idx="1"/>
            </p:cNvCxnSpPr>
            <p:nvPr/>
          </p:nvCxnSpPr>
          <p:spPr>
            <a:xfrm rot="10800000">
              <a:off x="1338126" y="3777519"/>
              <a:ext cx="916800" cy="20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" name="Google Shape;1542;p32"/>
            <p:cNvCxnSpPr>
              <a:stCxn id="1531" idx="7"/>
              <a:endCxn id="1529" idx="3"/>
            </p:cNvCxnSpPr>
            <p:nvPr/>
          </p:nvCxnSpPr>
          <p:spPr>
            <a:xfrm flipH="1">
              <a:off x="1338091" y="2640304"/>
              <a:ext cx="939900" cy="971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3" name="Google Shape;1543;p32"/>
            <p:cNvCxnSpPr>
              <a:stCxn id="1528" idx="5"/>
              <a:endCxn id="1534" idx="1"/>
            </p:cNvCxnSpPr>
            <p:nvPr/>
          </p:nvCxnSpPr>
          <p:spPr>
            <a:xfrm rot="10800000">
              <a:off x="3259756" y="1571124"/>
              <a:ext cx="851400" cy="93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4" name="Google Shape;1544;p32"/>
            <p:cNvCxnSpPr>
              <a:stCxn id="1534" idx="7"/>
              <a:endCxn id="1531" idx="3"/>
            </p:cNvCxnSpPr>
            <p:nvPr/>
          </p:nvCxnSpPr>
          <p:spPr>
            <a:xfrm flipH="1">
              <a:off x="2389216" y="1570979"/>
              <a:ext cx="759300" cy="957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5" name="Google Shape;1545;p32"/>
            <p:cNvCxnSpPr>
              <a:stCxn id="1534" idx="5"/>
              <a:endCxn id="1530" idx="2"/>
            </p:cNvCxnSpPr>
            <p:nvPr/>
          </p:nvCxnSpPr>
          <p:spPr>
            <a:xfrm rot="10800000">
              <a:off x="2216416" y="1240009"/>
              <a:ext cx="932100" cy="21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6" name="Google Shape;1546;p32"/>
            <p:cNvCxnSpPr>
              <a:stCxn id="1530" idx="0"/>
              <a:endCxn id="1531" idx="5"/>
            </p:cNvCxnSpPr>
            <p:nvPr/>
          </p:nvCxnSpPr>
          <p:spPr>
            <a:xfrm>
              <a:off x="1974101" y="1482400"/>
              <a:ext cx="303900" cy="1046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7" name="Google Shape;1547;p32"/>
            <p:cNvCxnSpPr>
              <a:stCxn id="1530" idx="7"/>
              <a:endCxn id="1535" idx="3"/>
            </p:cNvCxnSpPr>
            <p:nvPr/>
          </p:nvCxnSpPr>
          <p:spPr>
            <a:xfrm flipH="1">
              <a:off x="546704" y="1411447"/>
              <a:ext cx="1256100" cy="95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8" name="Google Shape;1548;p32"/>
            <p:cNvCxnSpPr>
              <a:stCxn id="1531" idx="6"/>
              <a:endCxn id="1535" idx="2"/>
            </p:cNvCxnSpPr>
            <p:nvPr/>
          </p:nvCxnSpPr>
          <p:spPr>
            <a:xfrm rot="10800000">
              <a:off x="563826" y="2409419"/>
              <a:ext cx="1691100" cy="17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9" name="Google Shape;1549;p32"/>
            <p:cNvCxnSpPr>
              <a:stCxn id="1535" idx="0"/>
              <a:endCxn id="1529" idx="5"/>
            </p:cNvCxnSpPr>
            <p:nvPr/>
          </p:nvCxnSpPr>
          <p:spPr>
            <a:xfrm>
              <a:off x="505717" y="2467369"/>
              <a:ext cx="666300" cy="114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0" name="Google Shape;1550;p32"/>
            <p:cNvCxnSpPr>
              <a:stCxn id="1532" idx="4"/>
              <a:endCxn id="1530" idx="1"/>
            </p:cNvCxnSpPr>
            <p:nvPr/>
          </p:nvCxnSpPr>
          <p:spPr>
            <a:xfrm rot="10800000">
              <a:off x="2145250" y="1411444"/>
              <a:ext cx="1598100" cy="2225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1" name="Google Shape;1551;p32"/>
            <p:cNvCxnSpPr>
              <a:stCxn id="1529" idx="4"/>
              <a:endCxn id="1530" idx="7"/>
            </p:cNvCxnSpPr>
            <p:nvPr/>
          </p:nvCxnSpPr>
          <p:spPr>
            <a:xfrm rot="10800000" flipH="1">
              <a:off x="1255102" y="1411594"/>
              <a:ext cx="547800" cy="216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2" name="Google Shape;1552;p32"/>
            <p:cNvCxnSpPr>
              <a:stCxn id="1528" idx="5"/>
              <a:endCxn id="1530" idx="1"/>
            </p:cNvCxnSpPr>
            <p:nvPr/>
          </p:nvCxnSpPr>
          <p:spPr>
            <a:xfrm rot="10800000">
              <a:off x="2145256" y="1411524"/>
              <a:ext cx="1965900" cy="109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53" name="Google Shape;1553;p32"/>
            <p:cNvSpPr/>
            <p:nvPr/>
          </p:nvSpPr>
          <p:spPr>
            <a:xfrm rot="10800000">
              <a:off x="873701" y="691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54" name="Google Shape;1554;p32"/>
            <p:cNvCxnSpPr>
              <a:stCxn id="1535" idx="4"/>
              <a:endCxn id="1553" idx="7"/>
            </p:cNvCxnSpPr>
            <p:nvPr/>
          </p:nvCxnSpPr>
          <p:spPr>
            <a:xfrm rot="10800000" flipH="1">
              <a:off x="505717" y="826369"/>
              <a:ext cx="390900" cy="1524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2"/>
            <p:cNvCxnSpPr>
              <a:stCxn id="1553" idx="2"/>
              <a:endCxn id="1530" idx="5"/>
            </p:cNvCxnSpPr>
            <p:nvPr/>
          </p:nvCxnSpPr>
          <p:spPr>
            <a:xfrm>
              <a:off x="1031201" y="770619"/>
              <a:ext cx="771600" cy="298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6" name="Google Shape;1556;p32"/>
            <p:cNvCxnSpPr>
              <a:stCxn id="1553" idx="0"/>
              <a:endCxn id="1529" idx="4"/>
            </p:cNvCxnSpPr>
            <p:nvPr/>
          </p:nvCxnSpPr>
          <p:spPr>
            <a:xfrm>
              <a:off x="952451" y="849369"/>
              <a:ext cx="302700" cy="2727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7" name="Google Shape;1557;p32"/>
            <p:cNvCxnSpPr>
              <a:stCxn id="1553" idx="1"/>
              <a:endCxn id="1531" idx="5"/>
            </p:cNvCxnSpPr>
            <p:nvPr/>
          </p:nvCxnSpPr>
          <p:spPr>
            <a:xfrm>
              <a:off x="1008136" y="826304"/>
              <a:ext cx="1269900" cy="17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58" name="Google Shape;1558;p32"/>
            <p:cNvSpPr/>
            <p:nvPr/>
          </p:nvSpPr>
          <p:spPr>
            <a:xfrm rot="10800000">
              <a:off x="2346923" y="285337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59" name="Google Shape;1559;p32"/>
            <p:cNvCxnSpPr>
              <a:stCxn id="1553" idx="2"/>
              <a:endCxn id="1558" idx="6"/>
            </p:cNvCxnSpPr>
            <p:nvPr/>
          </p:nvCxnSpPr>
          <p:spPr>
            <a:xfrm rot="10800000" flipH="1">
              <a:off x="1031201" y="402519"/>
              <a:ext cx="1315800" cy="36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0" name="Google Shape;1560;p32"/>
            <p:cNvCxnSpPr>
              <a:stCxn id="1558" idx="1"/>
              <a:endCxn id="1534" idx="5"/>
            </p:cNvCxnSpPr>
            <p:nvPr/>
          </p:nvCxnSpPr>
          <p:spPr>
            <a:xfrm>
              <a:off x="2547166" y="485580"/>
              <a:ext cx="601200" cy="974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" name="Google Shape;1520;p32"/>
          <p:cNvSpPr txBox="1">
            <a:spLocks/>
          </p:cNvSpPr>
          <p:nvPr/>
        </p:nvSpPr>
        <p:spPr>
          <a:xfrm>
            <a:off x="1252512" y="959125"/>
            <a:ext cx="2761492" cy="5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fr-FR" sz="2000" dirty="0">
                <a:solidFill>
                  <a:schemeClr val="accent2">
                    <a:lumMod val="50000"/>
                  </a:schemeClr>
                </a:solidFill>
              </a:rPr>
              <a:t>Principe 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065" y="1303390"/>
            <a:ext cx="3363468" cy="33634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4458" y="1663656"/>
            <a:ext cx="4572001" cy="235449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sommet reçoit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couleur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 sommets reliés par une arête → couleurs différentes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Utilisée pour 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Emploi du temps (examens)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Attribution de fréquences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Cartographie</a:t>
            </a:r>
          </a:p>
        </p:txBody>
      </p:sp>
    </p:spTree>
    <p:extLst>
      <p:ext uri="{BB962C8B-B14F-4D97-AF65-F5344CB8AC3E}">
        <p14:creationId xmlns:p14="http://schemas.microsoft.com/office/powerpoint/2010/main" val="1379110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Algorithmes constructifs</a:t>
            </a:r>
          </a:p>
        </p:txBody>
      </p:sp>
      <p:sp>
        <p:nvSpPr>
          <p:cNvPr id="1505" name="Google Shape;1505;p31"/>
          <p:cNvSpPr txBox="1">
            <a:spLocks noGrp="1"/>
          </p:cNvSpPr>
          <p:nvPr>
            <p:ph type="title" idx="2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75000"/>
                  </a:schemeClr>
                </a:solidFill>
              </a:rPr>
              <a:t>04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1507" name="Google Shape;1507;p31"/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/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/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1007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Google Shape;1592;p35"/>
          <p:cNvGrpSpPr/>
          <p:nvPr/>
        </p:nvGrpSpPr>
        <p:grpSpPr>
          <a:xfrm flipH="1">
            <a:off x="186971" y="208195"/>
            <a:ext cx="401329" cy="434127"/>
            <a:chOff x="8667225" y="681525"/>
            <a:chExt cx="298275" cy="322675"/>
          </a:xfrm>
        </p:grpSpPr>
        <p:sp>
          <p:nvSpPr>
            <p:cNvPr id="1593" name="Google Shape;1593;p35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4" name="Google Shape;1594;p35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5" name="Google Shape;1595;p35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96" name="Google Shape;1596;p35"/>
          <p:cNvGrpSpPr/>
          <p:nvPr/>
        </p:nvGrpSpPr>
        <p:grpSpPr>
          <a:xfrm rot="2214200" flipH="1">
            <a:off x="8129256" y="4367170"/>
            <a:ext cx="501360" cy="695474"/>
            <a:chOff x="140150" y="4340075"/>
            <a:chExt cx="406275" cy="563575"/>
          </a:xfrm>
        </p:grpSpPr>
        <p:sp>
          <p:nvSpPr>
            <p:cNvPr id="1597" name="Google Shape;1597;p35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8" name="Google Shape;1598;p35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9" name="Google Shape;1599;p35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00" name="Google Shape;1600;p35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71644" y="1749777"/>
            <a:ext cx="39994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Parcours des sommets dans un ordre donné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sommet prend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plus petite couleur disponible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b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Dépend fortement de l’ordre</a:t>
            </a:r>
          </a:p>
        </p:txBody>
      </p:sp>
      <p:sp>
        <p:nvSpPr>
          <p:cNvPr id="14" name="Google Shape;1520;p32"/>
          <p:cNvSpPr txBox="1">
            <a:spLocks noGrp="1"/>
          </p:cNvSpPr>
          <p:nvPr>
            <p:ph type="title"/>
          </p:nvPr>
        </p:nvSpPr>
        <p:spPr>
          <a:xfrm>
            <a:off x="529972" y="577089"/>
            <a:ext cx="6322071" cy="5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2400" dirty="0">
                <a:solidFill>
                  <a:schemeClr val="accent3">
                    <a:lumMod val="50000"/>
                  </a:schemeClr>
                </a:solidFill>
              </a:rPr>
              <a:t>4. Algorithmes constructifs</a:t>
            </a:r>
            <a:endParaRPr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Google Shape;1520;p32"/>
          <p:cNvSpPr txBox="1">
            <a:spLocks/>
          </p:cNvSpPr>
          <p:nvPr/>
        </p:nvSpPr>
        <p:spPr>
          <a:xfrm>
            <a:off x="829962" y="1035843"/>
            <a:ext cx="2761492" cy="5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fr-FR" sz="1800" dirty="0">
                <a:solidFill>
                  <a:schemeClr val="accent2">
                    <a:lumMod val="50000"/>
                  </a:schemeClr>
                </a:solidFill>
              </a:rPr>
              <a:t>Algorithme </a:t>
            </a:r>
            <a:r>
              <a:rPr lang="fr-FR" sz="1800" dirty="0" err="1">
                <a:solidFill>
                  <a:schemeClr val="accent2">
                    <a:lumMod val="50000"/>
                  </a:schemeClr>
                </a:solidFill>
              </a:rPr>
              <a:t>Greedy</a:t>
            </a:r>
            <a:r>
              <a:rPr lang="fr-FR" sz="1800" dirty="0">
                <a:solidFill>
                  <a:schemeClr val="accent2">
                    <a:lumMod val="50000"/>
                  </a:schemeClr>
                </a:solidFill>
              </a:rPr>
              <a:t> :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668" y="1225477"/>
            <a:ext cx="3610668" cy="36106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/>
          <p:cNvSpPr txBox="1">
            <a:spLocks noGrp="1"/>
          </p:cNvSpPr>
          <p:nvPr>
            <p:ph type="title"/>
          </p:nvPr>
        </p:nvSpPr>
        <p:spPr>
          <a:xfrm>
            <a:off x="647248" y="26781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>
                <a:solidFill>
                  <a:schemeClr val="accent2">
                    <a:lumMod val="50000"/>
                  </a:schemeClr>
                </a:solidFill>
              </a:rPr>
              <a:t>Exemples </a:t>
            </a:r>
            <a:r>
              <a:rPr lang="fr-FR" sz="2800" dirty="0" err="1">
                <a:solidFill>
                  <a:schemeClr val="accent2">
                    <a:lumMod val="50000"/>
                  </a:schemeClr>
                </a:solidFill>
              </a:rPr>
              <a:t>Greedy</a:t>
            </a:r>
            <a:r>
              <a:rPr lang="fr-FR" sz="28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endParaRPr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06" name="Google Shape;1706;p38"/>
          <p:cNvSpPr txBox="1"/>
          <p:nvPr/>
        </p:nvSpPr>
        <p:spPr>
          <a:xfrm>
            <a:off x="353740" y="4201605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cycle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08" name="Google Shape;1708;p38"/>
          <p:cNvSpPr txBox="1"/>
          <p:nvPr/>
        </p:nvSpPr>
        <p:spPr>
          <a:xfrm>
            <a:off x="6423662" y="4201605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aléatoire 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10" name="Google Shape;1710;p38"/>
          <p:cNvSpPr txBox="1"/>
          <p:nvPr/>
        </p:nvSpPr>
        <p:spPr>
          <a:xfrm>
            <a:off x="3686862" y="4201605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biparti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40" y="1474381"/>
            <a:ext cx="2620898" cy="27272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155" y="1474381"/>
            <a:ext cx="2587990" cy="27272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669" y="1474381"/>
            <a:ext cx="2536040" cy="27272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Google Shape;1592;p35"/>
          <p:cNvGrpSpPr/>
          <p:nvPr/>
        </p:nvGrpSpPr>
        <p:grpSpPr>
          <a:xfrm flipH="1">
            <a:off x="186971" y="208195"/>
            <a:ext cx="401329" cy="434127"/>
            <a:chOff x="8667225" y="681525"/>
            <a:chExt cx="298275" cy="322675"/>
          </a:xfrm>
        </p:grpSpPr>
        <p:sp>
          <p:nvSpPr>
            <p:cNvPr id="1593" name="Google Shape;1593;p35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4" name="Google Shape;1594;p35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5" name="Google Shape;1595;p35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96" name="Google Shape;1596;p35"/>
          <p:cNvGrpSpPr/>
          <p:nvPr/>
        </p:nvGrpSpPr>
        <p:grpSpPr>
          <a:xfrm rot="2214200" flipH="1">
            <a:off x="8129256" y="4367170"/>
            <a:ext cx="501360" cy="695474"/>
            <a:chOff x="140150" y="4340075"/>
            <a:chExt cx="406275" cy="563575"/>
          </a:xfrm>
        </p:grpSpPr>
        <p:sp>
          <p:nvSpPr>
            <p:cNvPr id="1597" name="Google Shape;1597;p35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8" name="Google Shape;1598;p35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9" name="Google Shape;1599;p35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00" name="Google Shape;1600;p35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42461" y="1816608"/>
            <a:ext cx="422443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 des sommets par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degré décroissant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Greedy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fr-FR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Moins de couleurs que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Greedy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</a:t>
            </a:r>
            <a:b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Toujours heuristique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Google Shape;1520;p32"/>
          <p:cNvSpPr txBox="1">
            <a:spLocks noGrp="1"/>
          </p:cNvSpPr>
          <p:nvPr>
            <p:ph type="title"/>
          </p:nvPr>
        </p:nvSpPr>
        <p:spPr>
          <a:xfrm>
            <a:off x="529972" y="577089"/>
            <a:ext cx="6322071" cy="5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2400" dirty="0">
                <a:solidFill>
                  <a:schemeClr val="accent3">
                    <a:lumMod val="50000"/>
                  </a:schemeClr>
                </a:solidFill>
              </a:rPr>
              <a:t>4. Algorithmes constructifs</a:t>
            </a:r>
            <a:endParaRPr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Google Shape;1520;p32"/>
          <p:cNvSpPr txBox="1">
            <a:spLocks/>
          </p:cNvSpPr>
          <p:nvPr/>
        </p:nvSpPr>
        <p:spPr>
          <a:xfrm>
            <a:off x="829962" y="1035843"/>
            <a:ext cx="3449430" cy="5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fr-FR" sz="1800" dirty="0">
                <a:solidFill>
                  <a:schemeClr val="accent2">
                    <a:lumMod val="50000"/>
                  </a:schemeClr>
                </a:solidFill>
              </a:rPr>
              <a:t>Algorithme </a:t>
            </a:r>
            <a:r>
              <a:rPr lang="fr-FR" sz="1800" dirty="0" err="1">
                <a:solidFill>
                  <a:schemeClr val="accent2">
                    <a:lumMod val="50000"/>
                  </a:schemeClr>
                </a:solidFill>
              </a:rPr>
              <a:t>Welsh</a:t>
            </a:r>
            <a:r>
              <a:rPr lang="fr-FR" sz="1800" dirty="0">
                <a:solidFill>
                  <a:schemeClr val="accent2">
                    <a:lumMod val="50000"/>
                  </a:schemeClr>
                </a:solidFill>
              </a:rPr>
              <a:t>–Powell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396" y="981827"/>
            <a:ext cx="3810000" cy="381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9310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/>
          <p:cNvSpPr txBox="1">
            <a:spLocks noGrp="1"/>
          </p:cNvSpPr>
          <p:nvPr>
            <p:ph type="title"/>
          </p:nvPr>
        </p:nvSpPr>
        <p:spPr>
          <a:xfrm>
            <a:off x="647248" y="26781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>
                <a:solidFill>
                  <a:schemeClr val="accent2">
                    <a:lumMod val="50000"/>
                  </a:schemeClr>
                </a:solidFill>
              </a:rPr>
              <a:t>Exemples </a:t>
            </a:r>
            <a:r>
              <a:rPr lang="fr-FR" sz="2800" dirty="0" err="1">
                <a:solidFill>
                  <a:schemeClr val="accent2">
                    <a:lumMod val="50000"/>
                  </a:schemeClr>
                </a:solidFill>
              </a:rPr>
              <a:t>Welsh</a:t>
            </a:r>
            <a:r>
              <a:rPr lang="fr-FR" sz="2800" dirty="0">
                <a:solidFill>
                  <a:schemeClr val="accent2">
                    <a:lumMod val="50000"/>
                  </a:schemeClr>
                </a:solidFill>
              </a:rPr>
              <a:t>-Powell</a:t>
            </a:r>
            <a:endParaRPr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06" name="Google Shape;1706;p38"/>
          <p:cNvSpPr txBox="1"/>
          <p:nvPr/>
        </p:nvSpPr>
        <p:spPr>
          <a:xfrm>
            <a:off x="353740" y="4201605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cycle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08" name="Google Shape;1708;p38"/>
          <p:cNvSpPr txBox="1"/>
          <p:nvPr/>
        </p:nvSpPr>
        <p:spPr>
          <a:xfrm>
            <a:off x="6423662" y="4201605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aléatoire 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10" name="Google Shape;1710;p38"/>
          <p:cNvSpPr txBox="1"/>
          <p:nvPr/>
        </p:nvSpPr>
        <p:spPr>
          <a:xfrm>
            <a:off x="3346620" y="4201605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biparti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13" y="1276350"/>
            <a:ext cx="2806995" cy="28069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6" y="1212556"/>
            <a:ext cx="2819400" cy="2909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072" y="1276350"/>
            <a:ext cx="2653592" cy="28459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8632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Google Shape;1592;p35"/>
          <p:cNvGrpSpPr/>
          <p:nvPr/>
        </p:nvGrpSpPr>
        <p:grpSpPr>
          <a:xfrm flipH="1">
            <a:off x="186971" y="208195"/>
            <a:ext cx="401329" cy="434127"/>
            <a:chOff x="8667225" y="681525"/>
            <a:chExt cx="298275" cy="322675"/>
          </a:xfrm>
        </p:grpSpPr>
        <p:sp>
          <p:nvSpPr>
            <p:cNvPr id="1593" name="Google Shape;1593;p35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4" name="Google Shape;1594;p35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5" name="Google Shape;1595;p35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96" name="Google Shape;1596;p35"/>
          <p:cNvGrpSpPr/>
          <p:nvPr/>
        </p:nvGrpSpPr>
        <p:grpSpPr>
          <a:xfrm rot="2214200" flipH="1">
            <a:off x="8129256" y="4367170"/>
            <a:ext cx="501360" cy="695474"/>
            <a:chOff x="140150" y="4340075"/>
            <a:chExt cx="406275" cy="563575"/>
          </a:xfrm>
        </p:grpSpPr>
        <p:sp>
          <p:nvSpPr>
            <p:cNvPr id="1597" name="Google Shape;1597;p35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8" name="Google Shape;1598;p35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9" name="Google Shape;1599;p35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00" name="Google Shape;1600;p35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588300" y="1333441"/>
            <a:ext cx="4706714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Choisit le sommet avec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plus de couleurs différentes chez ses voisins (saturation des couleurs 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cas d’égalité → degré max</a:t>
            </a:r>
          </a:p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Très efficace</a:t>
            </a:r>
            <a:b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Proche de l’optimal</a:t>
            </a:r>
            <a:b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Plus complexe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Google Shape;1520;p32"/>
          <p:cNvSpPr txBox="1">
            <a:spLocks noGrp="1"/>
          </p:cNvSpPr>
          <p:nvPr>
            <p:ph type="title"/>
          </p:nvPr>
        </p:nvSpPr>
        <p:spPr>
          <a:xfrm>
            <a:off x="529972" y="302441"/>
            <a:ext cx="6322071" cy="5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2400" dirty="0">
                <a:solidFill>
                  <a:schemeClr val="accent3">
                    <a:lumMod val="50000"/>
                  </a:schemeClr>
                </a:solidFill>
              </a:rPr>
              <a:t>4. Algorithmes constructifs</a:t>
            </a:r>
            <a:endParaRPr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Google Shape;1520;p32"/>
          <p:cNvSpPr txBox="1">
            <a:spLocks/>
          </p:cNvSpPr>
          <p:nvPr/>
        </p:nvSpPr>
        <p:spPr>
          <a:xfrm>
            <a:off x="799482" y="817941"/>
            <a:ext cx="3449430" cy="5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fr-FR" sz="1800" dirty="0">
                <a:solidFill>
                  <a:schemeClr val="accent2">
                    <a:lumMod val="50000"/>
                  </a:schemeClr>
                </a:solidFill>
              </a:rPr>
              <a:t>Algorithme DSATUR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414" y="967739"/>
            <a:ext cx="3578239" cy="35782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1464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/>
          <p:cNvSpPr txBox="1">
            <a:spLocks noGrp="1"/>
          </p:cNvSpPr>
          <p:nvPr>
            <p:ph type="title"/>
          </p:nvPr>
        </p:nvSpPr>
        <p:spPr>
          <a:xfrm>
            <a:off x="647248" y="26781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>
                <a:solidFill>
                  <a:schemeClr val="accent2">
                    <a:lumMod val="50000"/>
                  </a:schemeClr>
                </a:solidFill>
              </a:rPr>
              <a:t>Exemples DSATUR</a:t>
            </a:r>
            <a:endParaRPr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06" name="Google Shape;1706;p38"/>
          <p:cNvSpPr txBox="1"/>
          <p:nvPr/>
        </p:nvSpPr>
        <p:spPr>
          <a:xfrm>
            <a:off x="353740" y="4201605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cycle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08" name="Google Shape;1708;p38"/>
          <p:cNvSpPr txBox="1"/>
          <p:nvPr/>
        </p:nvSpPr>
        <p:spPr>
          <a:xfrm>
            <a:off x="6423662" y="4201605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aléatoire 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10" name="Google Shape;1710;p38"/>
          <p:cNvSpPr txBox="1"/>
          <p:nvPr/>
        </p:nvSpPr>
        <p:spPr>
          <a:xfrm>
            <a:off x="3339532" y="4202031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biparti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41" y="1332613"/>
            <a:ext cx="2868991" cy="28689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57" y="1332613"/>
            <a:ext cx="2786408" cy="27864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849" y="1332613"/>
            <a:ext cx="2725922" cy="28689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3164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Coloration des arêtes</a:t>
            </a:r>
          </a:p>
        </p:txBody>
      </p:sp>
      <p:sp>
        <p:nvSpPr>
          <p:cNvPr id="1505" name="Google Shape;1505;p31"/>
          <p:cNvSpPr txBox="1">
            <a:spLocks noGrp="1"/>
          </p:cNvSpPr>
          <p:nvPr>
            <p:ph type="title" idx="2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75000"/>
                  </a:schemeClr>
                </a:solidFill>
              </a:rPr>
              <a:t>05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1507" name="Google Shape;1507;p31"/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/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/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4056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2"/>
          <p:cNvSpPr txBox="1">
            <a:spLocks noGrp="1"/>
          </p:cNvSpPr>
          <p:nvPr>
            <p:ph type="title"/>
          </p:nvPr>
        </p:nvSpPr>
        <p:spPr>
          <a:xfrm>
            <a:off x="884730" y="374387"/>
            <a:ext cx="6387055" cy="5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dirty="0">
                <a:solidFill>
                  <a:schemeClr val="accent3">
                    <a:lumMod val="50000"/>
                  </a:schemeClr>
                </a:solidFill>
              </a:rPr>
              <a:t>5.</a:t>
            </a:r>
            <a:r>
              <a:rPr lang="fr-FR" dirty="0"/>
              <a:t> </a:t>
            </a:r>
            <a:r>
              <a:rPr lang="fr-FR" dirty="0">
                <a:solidFill>
                  <a:schemeClr val="accent3">
                    <a:lumMod val="50000"/>
                  </a:schemeClr>
                </a:solidFill>
              </a:rPr>
              <a:t>Coloration des arrêtes 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21" name="Google Shape;1521;p32"/>
          <p:cNvSpPr txBox="1">
            <a:spLocks noGrp="1"/>
          </p:cNvSpPr>
          <p:nvPr>
            <p:ph type="subTitle" idx="1"/>
          </p:nvPr>
        </p:nvSpPr>
        <p:spPr>
          <a:xfrm>
            <a:off x="457690" y="1434048"/>
            <a:ext cx="4356440" cy="3469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arête reçoit une couleur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 arêtes incidentes → couleurs différentes</a:t>
            </a:r>
          </a:p>
          <a:p>
            <a:pPr marL="139700" indent="0" algn="just">
              <a:lnSpc>
                <a:spcPct val="150000"/>
              </a:lnSpc>
              <a:buNone/>
            </a:pPr>
            <a:r>
              <a:rPr lang="fr-FR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Méthode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en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graphe des lignes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23" name="Google Shape;1523;p32"/>
          <p:cNvGrpSpPr/>
          <p:nvPr/>
        </p:nvGrpSpPr>
        <p:grpSpPr>
          <a:xfrm>
            <a:off x="7892525" y="732325"/>
            <a:ext cx="298275" cy="322675"/>
            <a:chOff x="8667225" y="681525"/>
            <a:chExt cx="298275" cy="322675"/>
          </a:xfrm>
        </p:grpSpPr>
        <p:sp>
          <p:nvSpPr>
            <p:cNvPr id="1524" name="Google Shape;1524;p32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25" name="Google Shape;1525;p32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26" name="Google Shape;1526;p32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27" name="Google Shape;1527;p32"/>
          <p:cNvGrpSpPr/>
          <p:nvPr/>
        </p:nvGrpSpPr>
        <p:grpSpPr>
          <a:xfrm>
            <a:off x="6788444" y="2953250"/>
            <a:ext cx="3200329" cy="3127770"/>
            <a:chOff x="447667" y="285337"/>
            <a:chExt cx="3863732" cy="3776132"/>
          </a:xfrm>
        </p:grpSpPr>
        <p:sp>
          <p:nvSpPr>
            <p:cNvPr id="1528" name="Google Shape;1528;p32"/>
            <p:cNvSpPr/>
            <p:nvPr/>
          </p:nvSpPr>
          <p:spPr>
            <a:xfrm rot="10800000">
              <a:off x="4076800" y="2467368"/>
              <a:ext cx="234600" cy="234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29" name="Google Shape;1529;p32"/>
            <p:cNvSpPr/>
            <p:nvPr/>
          </p:nvSpPr>
          <p:spPr>
            <a:xfrm rot="10800000">
              <a:off x="1137802" y="3577294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0" name="Google Shape;1530;p32"/>
            <p:cNvSpPr/>
            <p:nvPr/>
          </p:nvSpPr>
          <p:spPr>
            <a:xfrm rot="10800000">
              <a:off x="1731851" y="997900"/>
              <a:ext cx="484500" cy="48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1" name="Google Shape;1531;p32"/>
            <p:cNvSpPr/>
            <p:nvPr/>
          </p:nvSpPr>
          <p:spPr>
            <a:xfrm rot="10800000">
              <a:off x="2254926" y="2505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2" name="Google Shape;1532;p32"/>
            <p:cNvSpPr/>
            <p:nvPr/>
          </p:nvSpPr>
          <p:spPr>
            <a:xfrm rot="10800000">
              <a:off x="3685300" y="3636544"/>
              <a:ext cx="116100" cy="11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3" name="Google Shape;1533;p32"/>
            <p:cNvSpPr/>
            <p:nvPr/>
          </p:nvSpPr>
          <p:spPr>
            <a:xfrm rot="10800000">
              <a:off x="2254926" y="39039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4" name="Google Shape;1534;p32"/>
            <p:cNvSpPr/>
            <p:nvPr/>
          </p:nvSpPr>
          <p:spPr>
            <a:xfrm rot="10800000">
              <a:off x="3125451" y="1436544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5" name="Google Shape;1535;p32"/>
            <p:cNvSpPr/>
            <p:nvPr/>
          </p:nvSpPr>
          <p:spPr>
            <a:xfrm rot="10800000">
              <a:off x="447667" y="2351269"/>
              <a:ext cx="116100" cy="11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36" name="Google Shape;1536;p32"/>
            <p:cNvCxnSpPr>
              <a:stCxn id="1532" idx="5"/>
              <a:endCxn id="1531" idx="1"/>
            </p:cNvCxnSpPr>
            <p:nvPr/>
          </p:nvCxnSpPr>
          <p:spPr>
            <a:xfrm rot="10800000">
              <a:off x="2389502" y="2640447"/>
              <a:ext cx="1312800" cy="1013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" name="Google Shape;1537;p32"/>
            <p:cNvCxnSpPr>
              <a:stCxn id="1533" idx="4"/>
              <a:endCxn id="1531" idx="0"/>
            </p:cNvCxnSpPr>
            <p:nvPr/>
          </p:nvCxnSpPr>
          <p:spPr>
            <a:xfrm rot="10800000">
              <a:off x="2333676" y="2663469"/>
              <a:ext cx="0" cy="1240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" name="Google Shape;1538;p32"/>
            <p:cNvCxnSpPr>
              <a:stCxn id="1528" idx="6"/>
              <a:endCxn id="1531" idx="2"/>
            </p:cNvCxnSpPr>
            <p:nvPr/>
          </p:nvCxnSpPr>
          <p:spPr>
            <a:xfrm rot="10800000">
              <a:off x="2412400" y="2584668"/>
              <a:ext cx="1664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" name="Google Shape;1539;p32"/>
            <p:cNvCxnSpPr>
              <a:stCxn id="1528" idx="0"/>
              <a:endCxn id="1532" idx="3"/>
            </p:cNvCxnSpPr>
            <p:nvPr/>
          </p:nvCxnSpPr>
          <p:spPr>
            <a:xfrm flipH="1">
              <a:off x="3784300" y="2701968"/>
              <a:ext cx="409800" cy="95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0" name="Google Shape;1540;p32"/>
            <p:cNvCxnSpPr>
              <a:stCxn id="1532" idx="7"/>
              <a:endCxn id="1533" idx="2"/>
            </p:cNvCxnSpPr>
            <p:nvPr/>
          </p:nvCxnSpPr>
          <p:spPr>
            <a:xfrm flipH="1">
              <a:off x="2412302" y="3735642"/>
              <a:ext cx="1290000" cy="24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" name="Google Shape;1541;p32"/>
            <p:cNvCxnSpPr>
              <a:stCxn id="1533" idx="6"/>
              <a:endCxn id="1529" idx="1"/>
            </p:cNvCxnSpPr>
            <p:nvPr/>
          </p:nvCxnSpPr>
          <p:spPr>
            <a:xfrm rot="10800000">
              <a:off x="1338126" y="3777519"/>
              <a:ext cx="916800" cy="20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" name="Google Shape;1542;p32"/>
            <p:cNvCxnSpPr>
              <a:stCxn id="1531" idx="7"/>
              <a:endCxn id="1529" idx="3"/>
            </p:cNvCxnSpPr>
            <p:nvPr/>
          </p:nvCxnSpPr>
          <p:spPr>
            <a:xfrm flipH="1">
              <a:off x="1338091" y="2640304"/>
              <a:ext cx="939900" cy="971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3" name="Google Shape;1543;p32"/>
            <p:cNvCxnSpPr>
              <a:stCxn id="1528" idx="5"/>
              <a:endCxn id="1534" idx="1"/>
            </p:cNvCxnSpPr>
            <p:nvPr/>
          </p:nvCxnSpPr>
          <p:spPr>
            <a:xfrm rot="10800000">
              <a:off x="3259756" y="1571124"/>
              <a:ext cx="851400" cy="93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4" name="Google Shape;1544;p32"/>
            <p:cNvCxnSpPr>
              <a:stCxn id="1534" idx="7"/>
              <a:endCxn id="1531" idx="3"/>
            </p:cNvCxnSpPr>
            <p:nvPr/>
          </p:nvCxnSpPr>
          <p:spPr>
            <a:xfrm flipH="1">
              <a:off x="2389216" y="1570979"/>
              <a:ext cx="759300" cy="957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5" name="Google Shape;1545;p32"/>
            <p:cNvCxnSpPr>
              <a:stCxn id="1534" idx="5"/>
              <a:endCxn id="1530" idx="2"/>
            </p:cNvCxnSpPr>
            <p:nvPr/>
          </p:nvCxnSpPr>
          <p:spPr>
            <a:xfrm rot="10800000">
              <a:off x="2216416" y="1240009"/>
              <a:ext cx="932100" cy="21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6" name="Google Shape;1546;p32"/>
            <p:cNvCxnSpPr>
              <a:stCxn id="1530" idx="0"/>
              <a:endCxn id="1531" idx="5"/>
            </p:cNvCxnSpPr>
            <p:nvPr/>
          </p:nvCxnSpPr>
          <p:spPr>
            <a:xfrm>
              <a:off x="1974101" y="1482400"/>
              <a:ext cx="303900" cy="1046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7" name="Google Shape;1547;p32"/>
            <p:cNvCxnSpPr>
              <a:stCxn id="1530" idx="7"/>
              <a:endCxn id="1535" idx="3"/>
            </p:cNvCxnSpPr>
            <p:nvPr/>
          </p:nvCxnSpPr>
          <p:spPr>
            <a:xfrm flipH="1">
              <a:off x="546704" y="1411447"/>
              <a:ext cx="1256100" cy="95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8" name="Google Shape;1548;p32"/>
            <p:cNvCxnSpPr>
              <a:stCxn id="1531" idx="6"/>
              <a:endCxn id="1535" idx="2"/>
            </p:cNvCxnSpPr>
            <p:nvPr/>
          </p:nvCxnSpPr>
          <p:spPr>
            <a:xfrm rot="10800000">
              <a:off x="563826" y="2409419"/>
              <a:ext cx="1691100" cy="17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9" name="Google Shape;1549;p32"/>
            <p:cNvCxnSpPr>
              <a:stCxn id="1535" idx="0"/>
              <a:endCxn id="1529" idx="5"/>
            </p:cNvCxnSpPr>
            <p:nvPr/>
          </p:nvCxnSpPr>
          <p:spPr>
            <a:xfrm>
              <a:off x="505717" y="2467369"/>
              <a:ext cx="666300" cy="114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0" name="Google Shape;1550;p32"/>
            <p:cNvCxnSpPr>
              <a:stCxn id="1532" idx="4"/>
              <a:endCxn id="1530" idx="1"/>
            </p:cNvCxnSpPr>
            <p:nvPr/>
          </p:nvCxnSpPr>
          <p:spPr>
            <a:xfrm rot="10800000">
              <a:off x="2145250" y="1411444"/>
              <a:ext cx="1598100" cy="2225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1" name="Google Shape;1551;p32"/>
            <p:cNvCxnSpPr>
              <a:stCxn id="1529" idx="4"/>
              <a:endCxn id="1530" idx="7"/>
            </p:cNvCxnSpPr>
            <p:nvPr/>
          </p:nvCxnSpPr>
          <p:spPr>
            <a:xfrm rot="10800000" flipH="1">
              <a:off x="1255102" y="1411594"/>
              <a:ext cx="547800" cy="216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2" name="Google Shape;1552;p32"/>
            <p:cNvCxnSpPr>
              <a:stCxn id="1528" idx="5"/>
              <a:endCxn id="1530" idx="1"/>
            </p:cNvCxnSpPr>
            <p:nvPr/>
          </p:nvCxnSpPr>
          <p:spPr>
            <a:xfrm rot="10800000">
              <a:off x="2145256" y="1411524"/>
              <a:ext cx="1965900" cy="109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53" name="Google Shape;1553;p32"/>
            <p:cNvSpPr/>
            <p:nvPr/>
          </p:nvSpPr>
          <p:spPr>
            <a:xfrm rot="10800000">
              <a:off x="873701" y="69186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54" name="Google Shape;1554;p32"/>
            <p:cNvCxnSpPr>
              <a:stCxn id="1535" idx="4"/>
              <a:endCxn id="1553" idx="7"/>
            </p:cNvCxnSpPr>
            <p:nvPr/>
          </p:nvCxnSpPr>
          <p:spPr>
            <a:xfrm rot="10800000" flipH="1">
              <a:off x="505717" y="826369"/>
              <a:ext cx="390900" cy="1524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2"/>
            <p:cNvCxnSpPr>
              <a:stCxn id="1553" idx="2"/>
              <a:endCxn id="1530" idx="5"/>
            </p:cNvCxnSpPr>
            <p:nvPr/>
          </p:nvCxnSpPr>
          <p:spPr>
            <a:xfrm>
              <a:off x="1031201" y="770619"/>
              <a:ext cx="771600" cy="298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6" name="Google Shape;1556;p32"/>
            <p:cNvCxnSpPr>
              <a:stCxn id="1553" idx="0"/>
              <a:endCxn id="1529" idx="4"/>
            </p:cNvCxnSpPr>
            <p:nvPr/>
          </p:nvCxnSpPr>
          <p:spPr>
            <a:xfrm>
              <a:off x="952451" y="849369"/>
              <a:ext cx="302700" cy="2727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7" name="Google Shape;1557;p32"/>
            <p:cNvCxnSpPr>
              <a:stCxn id="1553" idx="1"/>
              <a:endCxn id="1531" idx="5"/>
            </p:cNvCxnSpPr>
            <p:nvPr/>
          </p:nvCxnSpPr>
          <p:spPr>
            <a:xfrm>
              <a:off x="1008136" y="826304"/>
              <a:ext cx="1269900" cy="17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58" name="Google Shape;1558;p32"/>
            <p:cNvSpPr/>
            <p:nvPr/>
          </p:nvSpPr>
          <p:spPr>
            <a:xfrm rot="10800000">
              <a:off x="2346923" y="285337"/>
              <a:ext cx="234600" cy="234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59" name="Google Shape;1559;p32"/>
            <p:cNvCxnSpPr>
              <a:stCxn id="1553" idx="2"/>
              <a:endCxn id="1558" idx="6"/>
            </p:cNvCxnSpPr>
            <p:nvPr/>
          </p:nvCxnSpPr>
          <p:spPr>
            <a:xfrm rot="10800000" flipH="1">
              <a:off x="1031201" y="402519"/>
              <a:ext cx="1315800" cy="36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0" name="Google Shape;1560;p32"/>
            <p:cNvCxnSpPr>
              <a:stCxn id="1558" idx="1"/>
              <a:endCxn id="1534" idx="5"/>
            </p:cNvCxnSpPr>
            <p:nvPr/>
          </p:nvCxnSpPr>
          <p:spPr>
            <a:xfrm>
              <a:off x="2547166" y="485580"/>
              <a:ext cx="601200" cy="974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" name="Google Shape;1520;p32"/>
          <p:cNvSpPr txBox="1">
            <a:spLocks/>
          </p:cNvSpPr>
          <p:nvPr/>
        </p:nvSpPr>
        <p:spPr>
          <a:xfrm>
            <a:off x="1188717" y="872425"/>
            <a:ext cx="2761492" cy="5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fr-FR" sz="2000" dirty="0">
                <a:solidFill>
                  <a:schemeClr val="accent2">
                    <a:lumMod val="50000"/>
                  </a:schemeClr>
                </a:solidFill>
              </a:rPr>
              <a:t>Principe</a:t>
            </a:r>
          </a:p>
        </p:txBody>
      </p:sp>
      <p:grpSp>
        <p:nvGrpSpPr>
          <p:cNvPr id="38" name="Groupe 37"/>
          <p:cNvGrpSpPr/>
          <p:nvPr/>
        </p:nvGrpSpPr>
        <p:grpSpPr>
          <a:xfrm>
            <a:off x="5320350" y="1085487"/>
            <a:ext cx="3240895" cy="3240895"/>
            <a:chOff x="5320350" y="1085487"/>
            <a:chExt cx="3240895" cy="3240895"/>
          </a:xfrm>
        </p:grpSpPr>
        <p:grpSp>
          <p:nvGrpSpPr>
            <p:cNvPr id="29" name="Groupe 28"/>
            <p:cNvGrpSpPr/>
            <p:nvPr/>
          </p:nvGrpSpPr>
          <p:grpSpPr>
            <a:xfrm>
              <a:off x="5320350" y="1085487"/>
              <a:ext cx="3240895" cy="3240895"/>
              <a:chOff x="5398633" y="1058432"/>
              <a:chExt cx="3240895" cy="3240895"/>
            </a:xfrm>
          </p:grpSpPr>
          <p:pic>
            <p:nvPicPr>
              <p:cNvPr id="3" name="Image 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8633" y="1058432"/>
                <a:ext cx="3240895" cy="3240895"/>
              </a:xfrm>
              <a:prstGeom prst="rect">
                <a:avLst/>
              </a:prstGeom>
            </p:spPr>
          </p:pic>
          <p:cxnSp>
            <p:nvCxnSpPr>
              <p:cNvPr id="5" name="Connecteur droit 4"/>
              <p:cNvCxnSpPr/>
              <p:nvPr/>
            </p:nvCxnSpPr>
            <p:spPr>
              <a:xfrm>
                <a:off x="6508013" y="2643944"/>
                <a:ext cx="980808" cy="14488"/>
              </a:xfrm>
              <a:prstGeom prst="line">
                <a:avLst/>
              </a:prstGeom>
              <a:ln w="19050">
                <a:solidFill>
                  <a:schemeClr val="accent6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Connecteur droit 30"/>
            <p:cNvCxnSpPr/>
            <p:nvPr/>
          </p:nvCxnSpPr>
          <p:spPr>
            <a:xfrm>
              <a:off x="6379535" y="1467117"/>
              <a:ext cx="415996" cy="41821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Connecteur droit 3"/>
          <p:cNvCxnSpPr/>
          <p:nvPr/>
        </p:nvCxnSpPr>
        <p:spPr>
          <a:xfrm flipV="1">
            <a:off x="6429730" y="2175511"/>
            <a:ext cx="406796" cy="419099"/>
          </a:xfrm>
          <a:prstGeom prst="line">
            <a:avLst/>
          </a:prstGeom>
          <a:ln w="190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638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38"/>
          <p:cNvSpPr txBox="1">
            <a:spLocks noGrp="1"/>
          </p:cNvSpPr>
          <p:nvPr>
            <p:ph type="title"/>
          </p:nvPr>
        </p:nvSpPr>
        <p:spPr>
          <a:xfrm>
            <a:off x="647248" y="26781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800" dirty="0">
                <a:solidFill>
                  <a:schemeClr val="accent2">
                    <a:lumMod val="50000"/>
                  </a:schemeClr>
                </a:solidFill>
              </a:rPr>
              <a:t>Exemples </a:t>
            </a:r>
            <a:r>
              <a:rPr lang="fr-FR" sz="2800" dirty="0" err="1">
                <a:solidFill>
                  <a:schemeClr val="accent2">
                    <a:lumMod val="50000"/>
                  </a:schemeClr>
                </a:solidFill>
              </a:rPr>
              <a:t>Greedy</a:t>
            </a:r>
            <a:r>
              <a:rPr lang="fr-FR" sz="28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endParaRPr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06" name="Google Shape;1706;p38"/>
          <p:cNvSpPr txBox="1"/>
          <p:nvPr/>
        </p:nvSpPr>
        <p:spPr>
          <a:xfrm>
            <a:off x="179216" y="4315905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cycle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08" name="Google Shape;1708;p38"/>
          <p:cNvSpPr txBox="1"/>
          <p:nvPr/>
        </p:nvSpPr>
        <p:spPr>
          <a:xfrm>
            <a:off x="6454142" y="4351950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aléatoire 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10" name="Google Shape;1710;p38"/>
          <p:cNvSpPr txBox="1"/>
          <p:nvPr/>
        </p:nvSpPr>
        <p:spPr>
          <a:xfrm>
            <a:off x="3510100" y="4351950"/>
            <a:ext cx="2378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Graphe biparti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266" y="1359554"/>
            <a:ext cx="2845852" cy="2880450"/>
          </a:xfrm>
          <a:prstGeom prst="rect">
            <a:avLst/>
          </a:prstGeom>
          <a:ln w="38100" cap="sq">
            <a:solidFill>
              <a:schemeClr val="accent4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" y="1359554"/>
            <a:ext cx="2830005" cy="2864603"/>
          </a:xfrm>
          <a:prstGeom prst="rect">
            <a:avLst/>
          </a:prstGeom>
          <a:ln w="38100" cap="sq">
            <a:solidFill>
              <a:schemeClr val="accent4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528" y="1359554"/>
            <a:ext cx="2864603" cy="2864603"/>
          </a:xfrm>
          <a:prstGeom prst="rect">
            <a:avLst/>
          </a:prstGeom>
          <a:ln w="38100" cap="sq">
            <a:solidFill>
              <a:schemeClr val="accent4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0837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41"/>
          <p:cNvSpPr txBox="1">
            <a:spLocks noGrp="1"/>
          </p:cNvSpPr>
          <p:nvPr>
            <p:ph type="title"/>
          </p:nvPr>
        </p:nvSpPr>
        <p:spPr>
          <a:xfrm>
            <a:off x="713224" y="30024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>
                <a:solidFill>
                  <a:schemeClr val="accent3">
                    <a:lumMod val="50000"/>
                  </a:schemeClr>
                </a:solidFill>
              </a:rPr>
              <a:t>Comparaison sommets et arrêtes 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330" y="1198972"/>
            <a:ext cx="3632394" cy="3676554"/>
          </a:xfrm>
          <a:prstGeom prst="rect">
            <a:avLst/>
          </a:prstGeom>
          <a:ln w="38100" cap="sq">
            <a:solidFill>
              <a:schemeClr val="accent4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08" y="1198972"/>
            <a:ext cx="3639016" cy="36390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41"/>
          <p:cNvSpPr txBox="1">
            <a:spLocks noGrp="1"/>
          </p:cNvSpPr>
          <p:nvPr>
            <p:ph type="title"/>
          </p:nvPr>
        </p:nvSpPr>
        <p:spPr>
          <a:xfrm>
            <a:off x="713224" y="2392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>
                <a:solidFill>
                  <a:schemeClr val="accent3">
                    <a:lumMod val="50000"/>
                  </a:schemeClr>
                </a:solidFill>
              </a:rPr>
              <a:t>Comparaison des algorithmes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22915"/>
              </p:ext>
            </p:extLst>
          </p:nvPr>
        </p:nvGraphicFramePr>
        <p:xfrm>
          <a:off x="713224" y="922020"/>
          <a:ext cx="7536671" cy="4018665"/>
        </p:xfrm>
        <a:graphic>
          <a:graphicData uri="http://schemas.openxmlformats.org/drawingml/2006/table">
            <a:tbl>
              <a:tblPr firstRow="1" bandRow="1">
                <a:tableStyleId>{BF635A06-A09A-465D-83BB-F3B2209DDA03}</a:tableStyleId>
              </a:tblPr>
              <a:tblGrid>
                <a:gridCol w="1426138">
                  <a:extLst>
                    <a:ext uri="{9D8B030D-6E8A-4147-A177-3AD203B41FA5}">
                      <a16:colId xmlns:a16="http://schemas.microsoft.com/office/drawing/2014/main" val="3991769688"/>
                    </a:ext>
                  </a:extLst>
                </a:gridCol>
                <a:gridCol w="1798834">
                  <a:extLst>
                    <a:ext uri="{9D8B030D-6E8A-4147-A177-3AD203B41FA5}">
                      <a16:colId xmlns:a16="http://schemas.microsoft.com/office/drawing/2014/main" val="3195108183"/>
                    </a:ext>
                  </a:extLst>
                </a:gridCol>
                <a:gridCol w="1615570">
                  <a:extLst>
                    <a:ext uri="{9D8B030D-6E8A-4147-A177-3AD203B41FA5}">
                      <a16:colId xmlns:a16="http://schemas.microsoft.com/office/drawing/2014/main" val="1544372810"/>
                    </a:ext>
                  </a:extLst>
                </a:gridCol>
                <a:gridCol w="1269991">
                  <a:extLst>
                    <a:ext uri="{9D8B030D-6E8A-4147-A177-3AD203B41FA5}">
                      <a16:colId xmlns:a16="http://schemas.microsoft.com/office/drawing/2014/main" val="3953813386"/>
                    </a:ext>
                  </a:extLst>
                </a:gridCol>
                <a:gridCol w="1426138">
                  <a:extLst>
                    <a:ext uri="{9D8B030D-6E8A-4147-A177-3AD203B41FA5}">
                      <a16:colId xmlns:a16="http://schemas.microsoft.com/office/drawing/2014/main" val="4094664476"/>
                    </a:ext>
                  </a:extLst>
                </a:gridCol>
              </a:tblGrid>
              <a:tr h="773403">
                <a:tc>
                  <a:txBody>
                    <a:bodyPr/>
                    <a:lstStyle/>
                    <a:p>
                      <a:r>
                        <a:rPr lang="fr-FR" b="1" dirty="0"/>
                        <a:t>Algorithme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Stratégie de choix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Types de graphes performants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Nb couleurs typique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Qualité de coloration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3939861"/>
                  </a:ext>
                </a:extLst>
              </a:tr>
              <a:tr h="953010">
                <a:tc>
                  <a:txBody>
                    <a:bodyPr/>
                    <a:lstStyle/>
                    <a:p>
                      <a:r>
                        <a:rPr lang="fr-FR" b="1"/>
                        <a:t>Greedy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Parcours des sommets dans un ordre donné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Graphes simples, petits graphes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Variable, souvent plus élevé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Moyenne – dépend de l’ordre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282230"/>
                  </a:ext>
                </a:extLst>
              </a:tr>
              <a:tr h="1146126">
                <a:tc>
                  <a:txBody>
                    <a:bodyPr/>
                    <a:lstStyle/>
                    <a:p>
                      <a:r>
                        <a:rPr lang="fr-FR" b="1"/>
                        <a:t>Welsh–Powell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Sommets triés par degré décroissant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Graphes avec quelques sommets à fort degré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Moyen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Bon compromis, réduit couleurs vs Greedy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512954"/>
                  </a:ext>
                </a:extLst>
              </a:tr>
              <a:tr h="1146126">
                <a:tc>
                  <a:txBody>
                    <a:bodyPr/>
                    <a:lstStyle/>
                    <a:p>
                      <a:r>
                        <a:rPr lang="fr-FR" b="1"/>
                        <a:t>DSATUR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Sommets avec saturation maximale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Tous types, surtout graphes denses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Faible, proche optimum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Excellente – très proche du minimum de couleurs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198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959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43"/>
          <p:cNvSpPr/>
          <p:nvPr/>
        </p:nvSpPr>
        <p:spPr>
          <a:xfrm>
            <a:off x="3495950" y="1605069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784" name="Google Shape;1784;p43"/>
          <p:cNvSpPr txBox="1"/>
          <p:nvPr/>
        </p:nvSpPr>
        <p:spPr>
          <a:xfrm>
            <a:off x="422809" y="1344069"/>
            <a:ext cx="27063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fr-FR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Python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85" name="Google Shape;1785;p43"/>
          <p:cNvSpPr txBox="1">
            <a:spLocks noGrp="1"/>
          </p:cNvSpPr>
          <p:nvPr>
            <p:ph type="title"/>
          </p:nvPr>
        </p:nvSpPr>
        <p:spPr>
          <a:xfrm>
            <a:off x="805060" y="3714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>
                <a:solidFill>
                  <a:schemeClr val="accent3">
                    <a:lumMod val="50000"/>
                  </a:schemeClr>
                </a:solidFill>
              </a:rPr>
              <a:t>Implémentation &amp; Visualisation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86" name="Google Shape;1786;p43"/>
          <p:cNvSpPr txBox="1"/>
          <p:nvPr/>
        </p:nvSpPr>
        <p:spPr>
          <a:xfrm>
            <a:off x="3509825" y="2361906"/>
            <a:ext cx="21246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chemeClr val="accent3">
                    <a:lumMod val="50000"/>
                  </a:schemeClr>
                </a:solidFill>
                <a:latin typeface="Albert Sans"/>
                <a:ea typeface="Albert Sans"/>
                <a:cs typeface="Albert Sans"/>
                <a:sym typeface="Albert Sans"/>
              </a:rPr>
              <a:t>Implémentation</a:t>
            </a:r>
            <a:endParaRPr sz="1800" b="1" dirty="0">
              <a:solidFill>
                <a:schemeClr val="accent3">
                  <a:lumMod val="50000"/>
                </a:schemeClr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787" name="Google Shape;1787;p43"/>
          <p:cNvCxnSpPr>
            <a:stCxn id="1786" idx="0"/>
            <a:endCxn id="1788" idx="2"/>
          </p:cNvCxnSpPr>
          <p:nvPr/>
        </p:nvCxnSpPr>
        <p:spPr>
          <a:xfrm rot="-5400000">
            <a:off x="4581725" y="1881906"/>
            <a:ext cx="470400" cy="489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9" name="Google Shape;1789;p43"/>
          <p:cNvCxnSpPr>
            <a:stCxn id="1786" idx="2"/>
            <a:endCxn id="1790" idx="2"/>
          </p:cNvCxnSpPr>
          <p:nvPr/>
        </p:nvCxnSpPr>
        <p:spPr>
          <a:xfrm rot="-5400000" flipH="1">
            <a:off x="4619375" y="2964156"/>
            <a:ext cx="395100" cy="489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1" name="Google Shape;1791;p43"/>
          <p:cNvSpPr txBox="1"/>
          <p:nvPr/>
        </p:nvSpPr>
        <p:spPr>
          <a:xfrm>
            <a:off x="591491" y="2843921"/>
            <a:ext cx="27063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fr-FR" sz="2000" b="1" dirty="0" err="1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NetworkX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92" name="Google Shape;1792;p43"/>
          <p:cNvSpPr txBox="1"/>
          <p:nvPr/>
        </p:nvSpPr>
        <p:spPr>
          <a:xfrm>
            <a:off x="5710625" y="1369419"/>
            <a:ext cx="27132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2000" b="1" dirty="0" err="1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Matplotlib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93" name="Google Shape;1793;p43"/>
          <p:cNvSpPr txBox="1"/>
          <p:nvPr/>
        </p:nvSpPr>
        <p:spPr>
          <a:xfrm>
            <a:off x="5710625" y="2851012"/>
            <a:ext cx="27132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2000" b="1" dirty="0" err="1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CustomTkinter</a:t>
            </a:r>
            <a:r>
              <a:rPr lang="en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794" name="Google Shape;1794;p43"/>
          <p:cNvCxnSpPr>
            <a:stCxn id="1786" idx="0"/>
            <a:endCxn id="1783" idx="6"/>
          </p:cNvCxnSpPr>
          <p:nvPr/>
        </p:nvCxnSpPr>
        <p:spPr>
          <a:xfrm rot="5400000" flipH="1">
            <a:off x="4085225" y="1875006"/>
            <a:ext cx="470400" cy="50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5" name="Google Shape;1795;p43"/>
          <p:cNvCxnSpPr>
            <a:stCxn id="1786" idx="2"/>
            <a:endCxn id="1796" idx="6"/>
          </p:cNvCxnSpPr>
          <p:nvPr/>
        </p:nvCxnSpPr>
        <p:spPr>
          <a:xfrm rot="5400000">
            <a:off x="4122875" y="2957256"/>
            <a:ext cx="395100" cy="50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0" name="Google Shape;1800;p43"/>
          <p:cNvSpPr txBox="1"/>
          <p:nvPr/>
        </p:nvSpPr>
        <p:spPr>
          <a:xfrm>
            <a:off x="5683638" y="1750719"/>
            <a:ext cx="27063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transformer des données en graphiques clairs et personnalisables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Mulish"/>
              <a:cs typeface="Times New Roman" panose="02020603050405020304" pitchFamily="18" charset="0"/>
              <a:sym typeface="Mulish"/>
            </a:endParaRPr>
          </a:p>
        </p:txBody>
      </p:sp>
      <p:sp>
        <p:nvSpPr>
          <p:cNvPr id="1788" name="Google Shape;1788;p43"/>
          <p:cNvSpPr/>
          <p:nvPr/>
        </p:nvSpPr>
        <p:spPr>
          <a:xfrm>
            <a:off x="5061725" y="1605069"/>
            <a:ext cx="572700" cy="57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796" name="Google Shape;1796;p43"/>
          <p:cNvSpPr/>
          <p:nvPr/>
        </p:nvSpPr>
        <p:spPr>
          <a:xfrm>
            <a:off x="3495950" y="3120194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790" name="Google Shape;1790;p43"/>
          <p:cNvSpPr/>
          <p:nvPr/>
        </p:nvSpPr>
        <p:spPr>
          <a:xfrm>
            <a:off x="5061725" y="3120194"/>
            <a:ext cx="572700" cy="57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2" name="Google Shape;1802;p43"/>
          <p:cNvSpPr txBox="1"/>
          <p:nvPr/>
        </p:nvSpPr>
        <p:spPr>
          <a:xfrm>
            <a:off x="3464900" y="1723731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1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3" name="Google Shape;1803;p43"/>
          <p:cNvSpPr txBox="1"/>
          <p:nvPr/>
        </p:nvSpPr>
        <p:spPr>
          <a:xfrm>
            <a:off x="5030675" y="1723731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4" name="Google Shape;1804;p43"/>
          <p:cNvSpPr txBox="1"/>
          <p:nvPr/>
        </p:nvSpPr>
        <p:spPr>
          <a:xfrm>
            <a:off x="3464900" y="3238856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3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5" name="Google Shape;1805;p43"/>
          <p:cNvSpPr txBox="1"/>
          <p:nvPr/>
        </p:nvSpPr>
        <p:spPr>
          <a:xfrm>
            <a:off x="5030675" y="3238856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4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8" name="Google Shape;1800;p43"/>
          <p:cNvSpPr txBox="1"/>
          <p:nvPr/>
        </p:nvSpPr>
        <p:spPr>
          <a:xfrm>
            <a:off x="456696" y="1836822"/>
            <a:ext cx="3063965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langage polyvalent, simple et puissant pour le développement et l’analyse de données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  <a:sym typeface="Mulish"/>
            </a:endParaRPr>
          </a:p>
        </p:txBody>
      </p:sp>
      <p:sp>
        <p:nvSpPr>
          <p:cNvPr id="29" name="Google Shape;1800;p43"/>
          <p:cNvSpPr txBox="1"/>
          <p:nvPr/>
        </p:nvSpPr>
        <p:spPr>
          <a:xfrm>
            <a:off x="391115" y="3238856"/>
            <a:ext cx="3282784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une bibliothèque Python pour la création, l’analyse et la visualisation de graphes et réseaux complexes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  <a:sym typeface="Mulish"/>
            </a:endParaRPr>
          </a:p>
        </p:txBody>
      </p:sp>
      <p:sp>
        <p:nvSpPr>
          <p:cNvPr id="30" name="Google Shape;1800;p43"/>
          <p:cNvSpPr txBox="1"/>
          <p:nvPr/>
        </p:nvSpPr>
        <p:spPr>
          <a:xfrm>
            <a:off x="5639741" y="3238856"/>
            <a:ext cx="3504259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créer des interfaces graphiques modernes et personnalisables en Python, basées sur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  <a:sym typeface="Mulis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0" name="Google Shape;1810;p44"/>
          <p:cNvPicPr preferRelativeResize="0"/>
          <p:nvPr/>
        </p:nvPicPr>
        <p:blipFill rotWithShape="1">
          <a:blip r:embed="rId3">
            <a:alphaModFix/>
          </a:blip>
          <a:srcRect t="2511" b="6488"/>
          <a:stretch/>
        </p:blipFill>
        <p:spPr>
          <a:xfrm>
            <a:off x="5599800" y="1260040"/>
            <a:ext cx="2850224" cy="2697003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11" name="Google Shape;1811;p4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50000"/>
                  </a:schemeClr>
                </a:solidFill>
              </a:rPr>
              <a:t>Conclusion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Google Shape;1521;p32"/>
          <p:cNvSpPr txBox="1">
            <a:spLocks/>
          </p:cNvSpPr>
          <p:nvPr/>
        </p:nvSpPr>
        <p:spPr>
          <a:xfrm>
            <a:off x="511912" y="1387925"/>
            <a:ext cx="4356440" cy="3469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09836" y="1260040"/>
            <a:ext cx="48920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coloration est NP-difficile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Algorithmes heuristiques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Greedy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Welsh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-Powell, DSATUR)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 aide à comprendre l’évolution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DSATUR est le plus performant pour minimiser le nombre de couleurs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519</Words>
  <Application>Microsoft Office PowerPoint</Application>
  <PresentationFormat>Affichage à l'écran (16:9)</PresentationFormat>
  <Paragraphs>130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2" baseType="lpstr">
      <vt:lpstr>Albert Sans</vt:lpstr>
      <vt:lpstr>Arial</vt:lpstr>
      <vt:lpstr>Blinker</vt:lpstr>
      <vt:lpstr>Calibri</vt:lpstr>
      <vt:lpstr>DM Sans</vt:lpstr>
      <vt:lpstr>Lato</vt:lpstr>
      <vt:lpstr>Mulish</vt:lpstr>
      <vt:lpstr>Nunito Light</vt:lpstr>
      <vt:lpstr>Times New Roman</vt:lpstr>
      <vt:lpstr>Wingdings</vt:lpstr>
      <vt:lpstr>Discrete Mathematics: Graph Theory and Networks - 12th Grade by Slidesgo</vt:lpstr>
      <vt:lpstr>Coloration des graphes</vt:lpstr>
      <vt:lpstr>PLAN</vt:lpstr>
      <vt:lpstr>Introduction</vt:lpstr>
      <vt:lpstr>Principe  de coloration</vt:lpstr>
      <vt:lpstr>2.Problème de coloration</vt:lpstr>
      <vt:lpstr>Coloration des sommets</vt:lpstr>
      <vt:lpstr>3. Coloration des sommets</vt:lpstr>
      <vt:lpstr>Algorithmes constructifs</vt:lpstr>
      <vt:lpstr>4. Algorithmes constructifs</vt:lpstr>
      <vt:lpstr>Exemples Greedy </vt:lpstr>
      <vt:lpstr>4. Algorithmes constructifs</vt:lpstr>
      <vt:lpstr>Exemples Welsh-Powell</vt:lpstr>
      <vt:lpstr>4. Algorithmes constructifs</vt:lpstr>
      <vt:lpstr>Exemples DSATUR</vt:lpstr>
      <vt:lpstr>Coloration des arêtes</vt:lpstr>
      <vt:lpstr>5. Coloration des arrêtes </vt:lpstr>
      <vt:lpstr>Exemples Greedy </vt:lpstr>
      <vt:lpstr>Comparaison sommets et arrêtes </vt:lpstr>
      <vt:lpstr>Comparaison des algorithmes</vt:lpstr>
      <vt:lpstr>Implémentation &amp; Visualisation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Coloration des graphes</dc:title>
  <dc:creator>MSIGF63</dc:creator>
  <cp:lastModifiedBy>Ibrahim Gaha</cp:lastModifiedBy>
  <cp:revision>42</cp:revision>
  <dcterms:modified xsi:type="dcterms:W3CDTF">2025-12-14T18:11:32Z</dcterms:modified>
</cp:coreProperties>
</file>